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989A4C-1DA7-04F0-64AA-F2C566F0B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8CCA6C-6EDE-BD40-DAED-8864F4DF7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3830D9-7B95-2128-36F0-2D127A0E1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61C9-E06B-BD4F-89AD-4A5A4A7B6569}" type="datetimeFigureOut">
              <a:rPr kumimoji="1" lang="ja-JP" altLang="en-US" smtClean="0"/>
              <a:t>2026/10/25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5D8FAF-957E-C40B-C6B9-AE73940E5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A07658-CC4D-318E-0E58-8EF6B2B0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2A7A5-924E-D847-B783-FC05553648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68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FBFAD1-1403-585A-1F0B-88E6259DE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4C3822-C95A-9F39-4228-A69997A76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DC683F-AACC-61BD-CC73-2FC0AD95C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61C9-E06B-BD4F-89AD-4A5A4A7B6569}" type="datetimeFigureOut">
              <a:rPr kumimoji="1" lang="ja-JP" altLang="en-US" smtClean="0"/>
              <a:t>2026/10/25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FB6E20-28E6-BC8B-55BC-E2EA8861E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A72FF6-1813-4397-CCD0-D1FCBDE3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2A7A5-924E-D847-B783-FC05553648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21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DCB40E-FBE5-ECF9-077A-353C64038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1A56FA-B190-CEE4-5E3B-D926A51DB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73C160-594B-2B4C-79DD-3CAA3508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61C9-E06B-BD4F-89AD-4A5A4A7B6569}" type="datetimeFigureOut">
              <a:rPr kumimoji="1" lang="ja-JP" altLang="en-US" smtClean="0"/>
              <a:t>2026/10/25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80A324-CA1D-9730-F8E8-BCD0C4E0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FDD493-3052-79C5-ABAF-CB5A9102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2A7A5-924E-D847-B783-FC05553648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366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A68323-A47E-C792-DC5C-6A1F2043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B8B5FC-1D10-A8DB-C19A-500B14073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E45C28-C7AC-CD6E-8F00-2FD7F387F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2ED760-3113-77AF-EB17-61F3AFFFB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61C9-E06B-BD4F-89AD-4A5A4A7B6569}" type="datetimeFigureOut">
              <a:rPr kumimoji="1" lang="ja-JP" altLang="en-US" smtClean="0"/>
              <a:t>2026/10/25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A40F20-6272-686A-02FE-1B30EC2D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6BCD95-C909-9274-F0A1-329D29F7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2A7A5-924E-D847-B783-FC05553648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13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7640FE-8EF4-E3FC-9DA3-88CC0120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2B2BD3-D3D8-F41F-AB62-77A9CFD6C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26359C-FC8F-54EF-51C9-7B24CC06D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42D3344-8AD0-28EE-7302-FA0E514A0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AB86DEB-9937-378F-EB4B-1A52286743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7EF456E-EA14-E4CB-7C6D-A00715429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61C9-E06B-BD4F-89AD-4A5A4A7B6569}" type="datetimeFigureOut">
              <a:rPr kumimoji="1" lang="ja-JP" altLang="en-US" smtClean="0"/>
              <a:t>2026/10/25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8DF0F48-6D07-612C-16E9-AAFA5CBDA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7325F98-6A61-AB5A-289E-27A35D31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2A7A5-924E-D847-B783-FC05553648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98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F47B18-B604-6D5A-7152-BEF963CF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7F5C7AC-DB9C-A2D4-234C-A3F9FE67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61C9-E06B-BD4F-89AD-4A5A4A7B6569}" type="datetimeFigureOut">
              <a:rPr kumimoji="1" lang="ja-JP" altLang="en-US" smtClean="0"/>
              <a:t>2026/10/25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6DA988A-8068-80FC-51D9-09A0D2A37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CDAB607-0FC9-A0BE-2AA5-CBCE19A4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2A7A5-924E-D847-B783-FC05553648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539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F6E4123-D51A-78BC-4222-9832968D7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61C9-E06B-BD4F-89AD-4A5A4A7B6569}" type="datetimeFigureOut">
              <a:rPr kumimoji="1" lang="ja-JP" altLang="en-US" smtClean="0"/>
              <a:t>2026/10/25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75A5BE7-E0C1-BB3D-3C75-8EB5B76D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02C11E-11AF-ACB0-9168-023445FF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2A7A5-924E-D847-B783-FC05553648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952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626B3A-8AFF-108B-25EE-7C45F17DA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0F2981-ECC8-CEF7-C82B-BFAC5D5D5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E7BDFF-ABB9-190C-89C7-F97FDE828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7B6678-9940-61A9-7AC0-04678A463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61C9-E06B-BD4F-89AD-4A5A4A7B6569}" type="datetimeFigureOut">
              <a:rPr kumimoji="1" lang="ja-JP" altLang="en-US" smtClean="0"/>
              <a:t>2026/10/25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22814E-A004-E059-983B-43E3137F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EBD07C-3F2F-B9A5-8E61-632354A2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2A7A5-924E-D847-B783-FC05553648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645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73C8B7-8AA2-F43E-007D-398E5F72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F07D5B3-A32A-EF60-36EB-EEDC7F49F24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9D8B463-0745-3267-7DE2-F915D0FEB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D852B1-2F4C-C268-1C1A-542D7537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61C9-E06B-BD4F-89AD-4A5A4A7B6569}" type="datetimeFigureOut">
              <a:rPr kumimoji="1" lang="ja-JP" altLang="en-US" smtClean="0"/>
              <a:t>2026/10/25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31753F-8375-8061-87A4-F5EC081E2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070ADF-1AA9-868B-983E-78A6E103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2A7A5-924E-D847-B783-FC05553648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785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13867E-8936-7A90-314D-FC05DF0E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3B9B66A-1BCA-36F9-A214-B02DB8642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DA2D09-6EEE-E1EF-0B30-089692C2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61C9-E06B-BD4F-89AD-4A5A4A7B6569}" type="datetimeFigureOut">
              <a:rPr kumimoji="1" lang="ja-JP" altLang="en-US" smtClean="0"/>
              <a:t>2026/10/25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395432-F692-00C0-C654-FBC0C45E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1248E7-DD2F-E4EA-E802-9581A7D8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2A7A5-924E-D847-B783-FC05553648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83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8759797-2A06-E0EF-6562-49D91B013F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4342BE-A74F-EAC7-A12F-E685BE175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ED42BE-980D-C688-1767-2B4714775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61C9-E06B-BD4F-89AD-4A5A4A7B6569}" type="datetimeFigureOut">
              <a:rPr kumimoji="1" lang="ja-JP" altLang="en-US" smtClean="0"/>
              <a:t>2026/10/25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FEFDC0-3A5D-79AA-ABCD-B64ED2C9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F4A6DA-425B-C11E-0B71-99577640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2A7A5-924E-D847-B783-FC05553648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0323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768EFC0-C568-E782-5C2E-EA29ADE5F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BCE6A7-D02A-6174-E738-E7DAD1F2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467AFC-DDAB-8425-E33F-337A200AF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A61C9-E06B-BD4F-89AD-4A5A4A7B6569}" type="datetimeFigureOut">
              <a:rPr kumimoji="1" lang="ja-JP" altLang="en-US" smtClean="0"/>
              <a:t>2026/10/25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80F9E8-00DC-5A49-5505-D96B58207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9E85B8-F452-0B56-136E-505EA1371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2A7A5-924E-D847-B783-FC05553648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3329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3EB665-0870-57F6-14D7-FF22042062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figures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004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39802EF-E68A-CE5F-575C-6FB90B3E15AC}"/>
              </a:ext>
            </a:extLst>
          </p:cNvPr>
          <p:cNvGrpSpPr/>
          <p:nvPr/>
        </p:nvGrpSpPr>
        <p:grpSpPr>
          <a:xfrm>
            <a:off x="3573931" y="2284288"/>
            <a:ext cx="5044138" cy="2856602"/>
            <a:chOff x="6599334" y="4046121"/>
            <a:chExt cx="4460489" cy="2526069"/>
          </a:xfrm>
        </p:grpSpPr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DB36AB8E-3E6C-8609-9582-C12EAAFF4575}"/>
                </a:ext>
              </a:extLst>
            </p:cNvPr>
            <p:cNvSpPr/>
            <p:nvPr/>
          </p:nvSpPr>
          <p:spPr>
            <a:xfrm>
              <a:off x="6870603" y="4864092"/>
              <a:ext cx="4189220" cy="466096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6" name="雲 5">
              <a:extLst>
                <a:ext uri="{FF2B5EF4-FFF2-40B4-BE49-F238E27FC236}">
                  <a16:creationId xmlns:a16="http://schemas.microsoft.com/office/drawing/2014/main" id="{ED5D620E-D460-4CCC-6E88-F59DF5FFD296}"/>
                </a:ext>
              </a:extLst>
            </p:cNvPr>
            <p:cNvSpPr/>
            <p:nvPr/>
          </p:nvSpPr>
          <p:spPr>
            <a:xfrm>
              <a:off x="7248916" y="5673909"/>
              <a:ext cx="2007411" cy="898281"/>
            </a:xfrm>
            <a:prstGeom prst="clou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7" name="雲 6">
              <a:extLst>
                <a:ext uri="{FF2B5EF4-FFF2-40B4-BE49-F238E27FC236}">
                  <a16:creationId xmlns:a16="http://schemas.microsoft.com/office/drawing/2014/main" id="{016BC1C5-E631-C1E7-E296-9EE7C863B365}"/>
                </a:ext>
              </a:extLst>
            </p:cNvPr>
            <p:cNvSpPr/>
            <p:nvPr/>
          </p:nvSpPr>
          <p:spPr>
            <a:xfrm>
              <a:off x="6599334" y="4046121"/>
              <a:ext cx="3366858" cy="525517"/>
            </a:xfrm>
            <a:prstGeom prst="clou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000" dirty="0">
                  <a:solidFill>
                    <a:schemeClr val="tx1"/>
                  </a:solidFill>
                </a:rPr>
                <a:t>The Internet</a:t>
              </a:r>
              <a:endParaRPr kumimoji="1" lang="ja-JP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003EAC8C-930C-F5B1-BF62-A37E7E0504DE}"/>
                </a:ext>
              </a:extLst>
            </p:cNvPr>
            <p:cNvSpPr txBox="1"/>
            <p:nvPr/>
          </p:nvSpPr>
          <p:spPr>
            <a:xfrm>
              <a:off x="9839400" y="4908830"/>
              <a:ext cx="1189584" cy="3265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eBGP peers</a:t>
              </a:r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3452594D-1663-1409-550E-07A4E3B4109F}"/>
                </a:ext>
              </a:extLst>
            </p:cNvPr>
            <p:cNvSpPr txBox="1"/>
            <p:nvPr/>
          </p:nvSpPr>
          <p:spPr>
            <a:xfrm>
              <a:off x="9574385" y="4862053"/>
              <a:ext cx="312139" cy="3538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/>
                <a:t>...</a:t>
              </a:r>
              <a:endParaRPr kumimoji="1" lang="ja-JP" altLang="en-US" sz="200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20223A65-1393-913F-C235-A2C238833C0B}"/>
                </a:ext>
              </a:extLst>
            </p:cNvPr>
            <p:cNvSpPr txBox="1"/>
            <p:nvPr/>
          </p:nvSpPr>
          <p:spPr>
            <a:xfrm rot="20724168">
              <a:off x="8918195" y="5342434"/>
              <a:ext cx="568710" cy="3265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ping</a:t>
              </a:r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BEC5777D-41D8-F37E-E7C4-F8EBAF187AB9}"/>
                </a:ext>
              </a:extLst>
            </p:cNvPr>
            <p:cNvSpPr txBox="1"/>
            <p:nvPr/>
          </p:nvSpPr>
          <p:spPr>
            <a:xfrm>
              <a:off x="7542216" y="5777541"/>
              <a:ext cx="1412532" cy="571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dirty="0"/>
                <a:t>O</a:t>
              </a:r>
              <a:r>
                <a:rPr lang="en-US" altLang="ja-JP" dirty="0"/>
                <a:t>ur AS</a:t>
              </a:r>
            </a:p>
            <a:p>
              <a:pPr algn="ctr"/>
              <a:r>
                <a:rPr kumimoji="1" lang="en-US" altLang="ja-JP" dirty="0"/>
                <a:t>(SR deployed)</a:t>
              </a:r>
              <a:endParaRPr kumimoji="1" lang="ja-JP" altLang="en-US"/>
            </a:p>
          </p:txBody>
        </p:sp>
        <p:sp>
          <p:nvSpPr>
            <p:cNvPr id="12" name="フリーフォーム 11">
              <a:extLst>
                <a:ext uri="{FF2B5EF4-FFF2-40B4-BE49-F238E27FC236}">
                  <a16:creationId xmlns:a16="http://schemas.microsoft.com/office/drawing/2014/main" id="{7CF68906-4883-8D98-8059-60357B1A409D}"/>
                </a:ext>
              </a:extLst>
            </p:cNvPr>
            <p:cNvSpPr/>
            <p:nvPr/>
          </p:nvSpPr>
          <p:spPr>
            <a:xfrm>
              <a:off x="6762307" y="4444409"/>
              <a:ext cx="1414130" cy="1262953"/>
            </a:xfrm>
            <a:custGeom>
              <a:avLst/>
              <a:gdLst>
                <a:gd name="connsiteX0" fmla="*/ 1414130 w 1414130"/>
                <a:gd name="connsiteY0" fmla="*/ 1148317 h 1148317"/>
                <a:gd name="connsiteX1" fmla="*/ 265814 w 1414130"/>
                <a:gd name="connsiteY1" fmla="*/ 723014 h 1148317"/>
                <a:gd name="connsiteX2" fmla="*/ 0 w 1414130"/>
                <a:gd name="connsiteY2" fmla="*/ 0 h 1148317"/>
                <a:gd name="connsiteX0" fmla="*/ 1414130 w 1414130"/>
                <a:gd name="connsiteY0" fmla="*/ 1148317 h 1148317"/>
                <a:gd name="connsiteX1" fmla="*/ 276446 w 1414130"/>
                <a:gd name="connsiteY1" fmla="*/ 665009 h 1148317"/>
                <a:gd name="connsiteX2" fmla="*/ 0 w 1414130"/>
                <a:gd name="connsiteY2" fmla="*/ 0 h 114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4130" h="1148317">
                  <a:moveTo>
                    <a:pt x="1414130" y="1148317"/>
                  </a:moveTo>
                  <a:cubicBezTo>
                    <a:pt x="957816" y="1031358"/>
                    <a:pt x="512134" y="856395"/>
                    <a:pt x="276446" y="665009"/>
                  </a:cubicBezTo>
                  <a:cubicBezTo>
                    <a:pt x="40758" y="473623"/>
                    <a:pt x="15063" y="265814"/>
                    <a:pt x="0" y="0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3" name="フリーフォーム 12">
              <a:extLst>
                <a:ext uri="{FF2B5EF4-FFF2-40B4-BE49-F238E27FC236}">
                  <a16:creationId xmlns:a16="http://schemas.microsoft.com/office/drawing/2014/main" id="{A7BA80C1-8CBD-F138-B3C2-C5351AA5C31A}"/>
                </a:ext>
              </a:extLst>
            </p:cNvPr>
            <p:cNvSpPr/>
            <p:nvPr/>
          </p:nvSpPr>
          <p:spPr>
            <a:xfrm>
              <a:off x="7166345" y="4508205"/>
              <a:ext cx="1010092" cy="1116418"/>
            </a:xfrm>
            <a:custGeom>
              <a:avLst/>
              <a:gdLst>
                <a:gd name="connsiteX0" fmla="*/ 1010092 w 1010092"/>
                <a:gd name="connsiteY0" fmla="*/ 1116418 h 1116418"/>
                <a:gd name="connsiteX1" fmla="*/ 106325 w 1010092"/>
                <a:gd name="connsiteY1" fmla="*/ 616688 h 1116418"/>
                <a:gd name="connsiteX2" fmla="*/ 53162 w 1010092"/>
                <a:gd name="connsiteY2" fmla="*/ 0 h 1116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0092" h="1116418">
                  <a:moveTo>
                    <a:pt x="1010092" y="1116418"/>
                  </a:moveTo>
                  <a:cubicBezTo>
                    <a:pt x="637952" y="959588"/>
                    <a:pt x="265813" y="802758"/>
                    <a:pt x="106325" y="616688"/>
                  </a:cubicBezTo>
                  <a:cubicBezTo>
                    <a:pt x="-53163" y="430618"/>
                    <a:pt x="-1" y="215309"/>
                    <a:pt x="53162" y="0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4" name="フリーフォーム 13">
              <a:extLst>
                <a:ext uri="{FF2B5EF4-FFF2-40B4-BE49-F238E27FC236}">
                  <a16:creationId xmlns:a16="http://schemas.microsoft.com/office/drawing/2014/main" id="{98D667C5-FFEC-C11C-65BD-E288E353294B}"/>
                </a:ext>
              </a:extLst>
            </p:cNvPr>
            <p:cNvSpPr/>
            <p:nvPr/>
          </p:nvSpPr>
          <p:spPr>
            <a:xfrm>
              <a:off x="7400262" y="4540102"/>
              <a:ext cx="760230" cy="1041991"/>
            </a:xfrm>
            <a:custGeom>
              <a:avLst/>
              <a:gdLst>
                <a:gd name="connsiteX0" fmla="*/ 829339 w 829339"/>
                <a:gd name="connsiteY0" fmla="*/ 1010093 h 1010093"/>
                <a:gd name="connsiteX1" fmla="*/ 435935 w 829339"/>
                <a:gd name="connsiteY1" fmla="*/ 584791 h 1010093"/>
                <a:gd name="connsiteX2" fmla="*/ 0 w 829339"/>
                <a:gd name="connsiteY2" fmla="*/ 0 h 101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9339" h="1010093">
                  <a:moveTo>
                    <a:pt x="829339" y="1010093"/>
                  </a:moveTo>
                  <a:cubicBezTo>
                    <a:pt x="701748" y="881616"/>
                    <a:pt x="574158" y="753140"/>
                    <a:pt x="435935" y="584791"/>
                  </a:cubicBezTo>
                  <a:cubicBezTo>
                    <a:pt x="297712" y="416442"/>
                    <a:pt x="148856" y="208221"/>
                    <a:pt x="0" y="0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5" name="フリーフォーム 14">
              <a:extLst>
                <a:ext uri="{FF2B5EF4-FFF2-40B4-BE49-F238E27FC236}">
                  <a16:creationId xmlns:a16="http://schemas.microsoft.com/office/drawing/2014/main" id="{AD107189-B57A-C15E-C251-73EFF8BBF5BF}"/>
                </a:ext>
              </a:extLst>
            </p:cNvPr>
            <p:cNvSpPr/>
            <p:nvPr/>
          </p:nvSpPr>
          <p:spPr>
            <a:xfrm>
              <a:off x="7729870" y="4550735"/>
              <a:ext cx="552893" cy="1041991"/>
            </a:xfrm>
            <a:custGeom>
              <a:avLst/>
              <a:gdLst>
                <a:gd name="connsiteX0" fmla="*/ 552893 w 552893"/>
                <a:gd name="connsiteY0" fmla="*/ 1041991 h 1041991"/>
                <a:gd name="connsiteX1" fmla="*/ 212651 w 552893"/>
                <a:gd name="connsiteY1" fmla="*/ 563525 h 1041991"/>
                <a:gd name="connsiteX2" fmla="*/ 0 w 552893"/>
                <a:gd name="connsiteY2" fmla="*/ 0 h 1041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893" h="1041991">
                  <a:moveTo>
                    <a:pt x="552893" y="1041991"/>
                  </a:moveTo>
                  <a:cubicBezTo>
                    <a:pt x="428846" y="889590"/>
                    <a:pt x="304800" y="737190"/>
                    <a:pt x="212651" y="563525"/>
                  </a:cubicBezTo>
                  <a:cubicBezTo>
                    <a:pt x="120502" y="389860"/>
                    <a:pt x="60251" y="194930"/>
                    <a:pt x="0" y="0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6" name="フリーフォーム 15">
              <a:extLst>
                <a:ext uri="{FF2B5EF4-FFF2-40B4-BE49-F238E27FC236}">
                  <a16:creationId xmlns:a16="http://schemas.microsoft.com/office/drawing/2014/main" id="{44B33D02-B7BF-1CFA-F3E3-18B7D4AE90E6}"/>
                </a:ext>
              </a:extLst>
            </p:cNvPr>
            <p:cNvSpPr/>
            <p:nvPr/>
          </p:nvSpPr>
          <p:spPr>
            <a:xfrm>
              <a:off x="8161164" y="4550735"/>
              <a:ext cx="377774" cy="1016932"/>
            </a:xfrm>
            <a:custGeom>
              <a:avLst/>
              <a:gdLst>
                <a:gd name="connsiteX0" fmla="*/ 85060 w 351867"/>
                <a:gd name="connsiteY0" fmla="*/ 1063256 h 1063256"/>
                <a:gd name="connsiteX1" fmla="*/ 350874 w 351867"/>
                <a:gd name="connsiteY1" fmla="*/ 552893 h 1063256"/>
                <a:gd name="connsiteX2" fmla="*/ 0 w 351867"/>
                <a:gd name="connsiteY2" fmla="*/ 0 h 1063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867" h="1063256">
                  <a:moveTo>
                    <a:pt x="85060" y="1063256"/>
                  </a:moveTo>
                  <a:cubicBezTo>
                    <a:pt x="225055" y="896679"/>
                    <a:pt x="365051" y="730102"/>
                    <a:pt x="350874" y="552893"/>
                  </a:cubicBezTo>
                  <a:cubicBezTo>
                    <a:pt x="336697" y="375684"/>
                    <a:pt x="168348" y="187842"/>
                    <a:pt x="0" y="0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7" name="フリーフォーム 16">
              <a:extLst>
                <a:ext uri="{FF2B5EF4-FFF2-40B4-BE49-F238E27FC236}">
                  <a16:creationId xmlns:a16="http://schemas.microsoft.com/office/drawing/2014/main" id="{8204B4B1-25D8-949A-8C44-5FC8B4FF07B6}"/>
                </a:ext>
              </a:extLst>
            </p:cNvPr>
            <p:cNvSpPr/>
            <p:nvPr/>
          </p:nvSpPr>
          <p:spPr>
            <a:xfrm>
              <a:off x="8223252" y="4550735"/>
              <a:ext cx="430535" cy="1084520"/>
            </a:xfrm>
            <a:custGeom>
              <a:avLst/>
              <a:gdLst>
                <a:gd name="connsiteX0" fmla="*/ 0 w 371023"/>
                <a:gd name="connsiteY0" fmla="*/ 1105786 h 1105786"/>
                <a:gd name="connsiteX1" fmla="*/ 350874 w 371023"/>
                <a:gd name="connsiteY1" fmla="*/ 595423 h 1105786"/>
                <a:gd name="connsiteX2" fmla="*/ 297712 w 371023"/>
                <a:gd name="connsiteY2" fmla="*/ 0 h 1105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023" h="1105786">
                  <a:moveTo>
                    <a:pt x="0" y="1105786"/>
                  </a:moveTo>
                  <a:cubicBezTo>
                    <a:pt x="150627" y="942753"/>
                    <a:pt x="301255" y="779721"/>
                    <a:pt x="350874" y="595423"/>
                  </a:cubicBezTo>
                  <a:cubicBezTo>
                    <a:pt x="400493" y="411125"/>
                    <a:pt x="349102" y="205562"/>
                    <a:pt x="297712" y="0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8" name="フリーフォーム 17">
              <a:extLst>
                <a:ext uri="{FF2B5EF4-FFF2-40B4-BE49-F238E27FC236}">
                  <a16:creationId xmlns:a16="http://schemas.microsoft.com/office/drawing/2014/main" id="{504BF219-C348-FC28-05D0-395944B249DE}"/>
                </a:ext>
              </a:extLst>
            </p:cNvPr>
            <p:cNvSpPr/>
            <p:nvPr/>
          </p:nvSpPr>
          <p:spPr>
            <a:xfrm>
              <a:off x="8306052" y="4518837"/>
              <a:ext cx="593399" cy="1097847"/>
            </a:xfrm>
            <a:custGeom>
              <a:avLst/>
              <a:gdLst>
                <a:gd name="connsiteX0" fmla="*/ 0 w 552893"/>
                <a:gd name="connsiteY0" fmla="*/ 1127051 h 1127051"/>
                <a:gd name="connsiteX1" fmla="*/ 393405 w 552893"/>
                <a:gd name="connsiteY1" fmla="*/ 627321 h 1127051"/>
                <a:gd name="connsiteX2" fmla="*/ 552893 w 552893"/>
                <a:gd name="connsiteY2" fmla="*/ 0 h 112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893" h="1127051">
                  <a:moveTo>
                    <a:pt x="0" y="1127051"/>
                  </a:moveTo>
                  <a:cubicBezTo>
                    <a:pt x="150628" y="971107"/>
                    <a:pt x="301256" y="815163"/>
                    <a:pt x="393405" y="627321"/>
                  </a:cubicBezTo>
                  <a:cubicBezTo>
                    <a:pt x="485554" y="439479"/>
                    <a:pt x="519223" y="219739"/>
                    <a:pt x="552893" y="0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9" name="フリーフォーム 18">
              <a:extLst>
                <a:ext uri="{FF2B5EF4-FFF2-40B4-BE49-F238E27FC236}">
                  <a16:creationId xmlns:a16="http://schemas.microsoft.com/office/drawing/2014/main" id="{1B5994B8-8270-6729-6A48-2F46547E4452}"/>
                </a:ext>
              </a:extLst>
            </p:cNvPr>
            <p:cNvSpPr/>
            <p:nvPr/>
          </p:nvSpPr>
          <p:spPr>
            <a:xfrm>
              <a:off x="8253662" y="4508205"/>
              <a:ext cx="1047651" cy="1108479"/>
            </a:xfrm>
            <a:custGeom>
              <a:avLst/>
              <a:gdLst>
                <a:gd name="connsiteX0" fmla="*/ 0 w 1007917"/>
                <a:gd name="connsiteY0" fmla="*/ 1116418 h 1116418"/>
                <a:gd name="connsiteX1" fmla="*/ 967562 w 1007917"/>
                <a:gd name="connsiteY1" fmla="*/ 616688 h 1116418"/>
                <a:gd name="connsiteX2" fmla="*/ 733646 w 1007917"/>
                <a:gd name="connsiteY2" fmla="*/ 0 h 1116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7917" h="1116418">
                  <a:moveTo>
                    <a:pt x="0" y="1116418"/>
                  </a:moveTo>
                  <a:cubicBezTo>
                    <a:pt x="422644" y="959588"/>
                    <a:pt x="845288" y="802758"/>
                    <a:pt x="967562" y="616688"/>
                  </a:cubicBezTo>
                  <a:cubicBezTo>
                    <a:pt x="1089836" y="430618"/>
                    <a:pt x="911741" y="215309"/>
                    <a:pt x="733646" y="0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20" name="フリーフォーム 19">
              <a:extLst>
                <a:ext uri="{FF2B5EF4-FFF2-40B4-BE49-F238E27FC236}">
                  <a16:creationId xmlns:a16="http://schemas.microsoft.com/office/drawing/2014/main" id="{922312D7-FCC5-2CF5-13E7-CC6E96CDE23A}"/>
                </a:ext>
              </a:extLst>
            </p:cNvPr>
            <p:cNvSpPr/>
            <p:nvPr/>
          </p:nvSpPr>
          <p:spPr>
            <a:xfrm>
              <a:off x="8319209" y="4486940"/>
              <a:ext cx="1198901" cy="1137683"/>
            </a:xfrm>
            <a:custGeom>
              <a:avLst/>
              <a:gdLst>
                <a:gd name="connsiteX0" fmla="*/ 0 w 1150287"/>
                <a:gd name="connsiteY0" fmla="*/ 1180213 h 1180213"/>
                <a:gd name="connsiteX1" fmla="*/ 1073889 w 1150287"/>
                <a:gd name="connsiteY1" fmla="*/ 637953 h 1180213"/>
                <a:gd name="connsiteX2" fmla="*/ 978196 w 1150287"/>
                <a:gd name="connsiteY2" fmla="*/ 0 h 118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0287" h="1180213">
                  <a:moveTo>
                    <a:pt x="0" y="1180213"/>
                  </a:moveTo>
                  <a:cubicBezTo>
                    <a:pt x="455428" y="1007434"/>
                    <a:pt x="910856" y="834655"/>
                    <a:pt x="1073889" y="637953"/>
                  </a:cubicBezTo>
                  <a:cubicBezTo>
                    <a:pt x="1236922" y="441251"/>
                    <a:pt x="1107559" y="220625"/>
                    <a:pt x="978196" y="0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21" name="フリーフォーム 20">
              <a:extLst>
                <a:ext uri="{FF2B5EF4-FFF2-40B4-BE49-F238E27FC236}">
                  <a16:creationId xmlns:a16="http://schemas.microsoft.com/office/drawing/2014/main" id="{307B3A8D-2DDF-E406-6AED-02FA323D0EC1}"/>
                </a:ext>
              </a:extLst>
            </p:cNvPr>
            <p:cNvSpPr/>
            <p:nvPr/>
          </p:nvSpPr>
          <p:spPr>
            <a:xfrm>
              <a:off x="8332366" y="4412512"/>
              <a:ext cx="1445638" cy="1261397"/>
            </a:xfrm>
            <a:custGeom>
              <a:avLst/>
              <a:gdLst>
                <a:gd name="connsiteX0" fmla="*/ 0 w 1452711"/>
                <a:gd name="connsiteY0" fmla="*/ 1307804 h 1307804"/>
                <a:gd name="connsiteX1" fmla="*/ 1233377 w 1452711"/>
                <a:gd name="connsiteY1" fmla="*/ 701748 h 1307804"/>
                <a:gd name="connsiteX2" fmla="*/ 1446028 w 1452711"/>
                <a:gd name="connsiteY2" fmla="*/ 0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2711" h="1307804">
                  <a:moveTo>
                    <a:pt x="0" y="1307804"/>
                  </a:moveTo>
                  <a:cubicBezTo>
                    <a:pt x="496186" y="1113759"/>
                    <a:pt x="992372" y="919715"/>
                    <a:pt x="1233377" y="701748"/>
                  </a:cubicBezTo>
                  <a:cubicBezTo>
                    <a:pt x="1474382" y="483781"/>
                    <a:pt x="1460205" y="241890"/>
                    <a:pt x="1446028" y="0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80AFDFD1-391E-84C5-CE97-406F0AD04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94565" y="5516962"/>
              <a:ext cx="316112" cy="260579"/>
            </a:xfrm>
            <a:prstGeom prst="rect">
              <a:avLst/>
            </a:prstGeom>
            <a:effectLst>
              <a:outerShdw blurRad="12700" dist="38100" dir="3600000" sx="95000" sy="95000" algn="ctr" rotWithShape="0">
                <a:srgbClr val="000000">
                  <a:alpha val="10000"/>
                </a:srgbClr>
              </a:outerShdw>
            </a:effectLst>
          </p:spPr>
        </p:pic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5960E0F9-1AAF-1C43-5B68-38CB7D04A285}"/>
                </a:ext>
              </a:extLst>
            </p:cNvPr>
            <p:cNvGrpSpPr/>
            <p:nvPr/>
          </p:nvGrpSpPr>
          <p:grpSpPr>
            <a:xfrm>
              <a:off x="6961011" y="4971978"/>
              <a:ext cx="2580341" cy="260579"/>
              <a:chOff x="6927215" y="5260577"/>
              <a:chExt cx="2580341" cy="260579"/>
            </a:xfrm>
          </p:grpSpPr>
          <p:pic>
            <p:nvPicPr>
              <p:cNvPr id="24" name="図 23">
                <a:extLst>
                  <a:ext uri="{FF2B5EF4-FFF2-40B4-BE49-F238E27FC236}">
                    <a16:creationId xmlns:a16="http://schemas.microsoft.com/office/drawing/2014/main" id="{03EA9C48-6B82-9A1E-0F3F-AFDEC80892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927215" y="5260577"/>
                <a:ext cx="316112" cy="260579"/>
              </a:xfrm>
              <a:prstGeom prst="rect">
                <a:avLst/>
              </a:prstGeom>
              <a:effectLst>
                <a:outerShdw blurRad="12700" dist="38100" dir="3600000" sx="95000" sy="95000" algn="ctr" rotWithShape="0">
                  <a:srgbClr val="000000">
                    <a:alpha val="10000"/>
                  </a:srgbClr>
                </a:outerShdw>
              </a:effectLst>
            </p:spPr>
          </p:pic>
          <p:pic>
            <p:nvPicPr>
              <p:cNvPr id="25" name="図 24">
                <a:extLst>
                  <a:ext uri="{FF2B5EF4-FFF2-40B4-BE49-F238E27FC236}">
                    <a16:creationId xmlns:a16="http://schemas.microsoft.com/office/drawing/2014/main" id="{73FF5737-B6FA-59CB-D073-4CD988B03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81958" y="5260577"/>
                <a:ext cx="316112" cy="260579"/>
              </a:xfrm>
              <a:prstGeom prst="rect">
                <a:avLst/>
              </a:prstGeom>
              <a:effectLst>
                <a:outerShdw blurRad="12700" dist="38100" dir="3600000" sx="95000" sy="95000" algn="ctr" rotWithShape="0">
                  <a:srgbClr val="000000">
                    <a:alpha val="10000"/>
                  </a:srgbClr>
                </a:outerShdw>
              </a:effectLst>
            </p:spPr>
          </p:pic>
          <p:pic>
            <p:nvPicPr>
              <p:cNvPr id="26" name="図 25">
                <a:extLst>
                  <a:ext uri="{FF2B5EF4-FFF2-40B4-BE49-F238E27FC236}">
                    <a16:creationId xmlns:a16="http://schemas.microsoft.com/office/drawing/2014/main" id="{9E59B6FC-DD17-EB40-97E5-6EA489B46B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36701" y="5260577"/>
                <a:ext cx="316112" cy="260579"/>
              </a:xfrm>
              <a:prstGeom prst="rect">
                <a:avLst/>
              </a:prstGeom>
              <a:effectLst>
                <a:outerShdw blurRad="12700" dist="38100" dir="3600000" sx="95000" sy="95000" algn="ctr" rotWithShape="0">
                  <a:srgbClr val="000000">
                    <a:alpha val="10000"/>
                  </a:srgbClr>
                </a:outerShdw>
              </a:effectLst>
            </p:spPr>
          </p:pic>
          <p:pic>
            <p:nvPicPr>
              <p:cNvPr id="27" name="図 26">
                <a:extLst>
                  <a:ext uri="{FF2B5EF4-FFF2-40B4-BE49-F238E27FC236}">
                    <a16:creationId xmlns:a16="http://schemas.microsoft.com/office/drawing/2014/main" id="{762F2B17-4BE7-CF2D-0376-957A7B21C5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191444" y="5260577"/>
                <a:ext cx="316112" cy="260579"/>
              </a:xfrm>
              <a:prstGeom prst="rect">
                <a:avLst/>
              </a:prstGeom>
              <a:effectLst>
                <a:outerShdw blurRad="12700" dist="38100" dir="3600000" sx="95000" sy="95000" algn="ctr" rotWithShape="0">
                  <a:srgbClr val="000000">
                    <a:alpha val="10000"/>
                  </a:srgb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427877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1">
            <a:extLst>
              <a:ext uri="{FF2B5EF4-FFF2-40B4-BE49-F238E27FC236}">
                <a16:creationId xmlns:a16="http://schemas.microsoft.com/office/drawing/2014/main" id="{27432314-DC09-0AA7-2846-C6CFC3E42233}"/>
              </a:ext>
            </a:extLst>
          </p:cNvPr>
          <p:cNvSpPr/>
          <p:nvPr/>
        </p:nvSpPr>
        <p:spPr>
          <a:xfrm>
            <a:off x="2656421" y="5192357"/>
            <a:ext cx="3519929" cy="727938"/>
          </a:xfrm>
          <a:prstGeom prst="roundRect">
            <a:avLst>
              <a:gd name="adj" fmla="val 8819"/>
            </a:avLst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F662A2E-2C6E-CD85-BDF6-06AEBE176DFE}"/>
              </a:ext>
            </a:extLst>
          </p:cNvPr>
          <p:cNvSpPr/>
          <p:nvPr/>
        </p:nvSpPr>
        <p:spPr>
          <a:xfrm>
            <a:off x="2697202" y="3154014"/>
            <a:ext cx="914400" cy="4006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dirty="0"/>
              <a:t> Leaf 1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0550027-C876-5308-786A-4FDA8654B5E4}"/>
              </a:ext>
            </a:extLst>
          </p:cNvPr>
          <p:cNvSpPr/>
          <p:nvPr/>
        </p:nvSpPr>
        <p:spPr>
          <a:xfrm>
            <a:off x="2697202" y="1463050"/>
            <a:ext cx="914400" cy="5528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18000" rIns="0" bIns="0" rtlCol="0" anchor="t"/>
          <a:lstStyle/>
          <a:p>
            <a:pPr algn="ctr"/>
            <a:r>
              <a:rPr kumimoji="1" lang="en-US" altLang="ja-JP" dirty="0"/>
              <a:t>Spine 1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35717B3-BF00-9B0B-FB00-5A6BC83A8925}"/>
              </a:ext>
            </a:extLst>
          </p:cNvPr>
          <p:cNvSpPr/>
          <p:nvPr/>
        </p:nvSpPr>
        <p:spPr>
          <a:xfrm>
            <a:off x="5235777" y="1463764"/>
            <a:ext cx="940573" cy="5686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18000" rIns="0" bIns="0" rtlCol="0" anchor="t"/>
          <a:lstStyle/>
          <a:p>
            <a:pPr algn="ctr"/>
            <a:r>
              <a:rPr kumimoji="1" lang="en-US" altLang="ja-JP" dirty="0"/>
              <a:t>Spine 2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74ADE77-F117-49F5-2F8A-D85FC19527C2}"/>
              </a:ext>
            </a:extLst>
          </p:cNvPr>
          <p:cNvSpPr/>
          <p:nvPr/>
        </p:nvSpPr>
        <p:spPr>
          <a:xfrm>
            <a:off x="5235777" y="3154013"/>
            <a:ext cx="940573" cy="4121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dirty="0"/>
              <a:t> Leaf 2</a:t>
            </a:r>
            <a:endParaRPr kumimoji="1" lang="ja-JP" altLang="en-US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85F8912A-9B4D-1F23-4F5A-160ECF930FAC}"/>
              </a:ext>
            </a:extLst>
          </p:cNvPr>
          <p:cNvCxnSpPr>
            <a:cxnSpLocks/>
            <a:stCxn id="3" idx="0"/>
            <a:endCxn id="4" idx="2"/>
          </p:cNvCxnSpPr>
          <p:nvPr/>
        </p:nvCxnSpPr>
        <p:spPr>
          <a:xfrm flipV="1">
            <a:off x="3154402" y="2015860"/>
            <a:ext cx="0" cy="1138154"/>
          </a:xfrm>
          <a:prstGeom prst="line">
            <a:avLst/>
          </a:prstGeom>
          <a:ln>
            <a:tailEnd type="non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1C0A35E-60AA-AF6C-6E6D-B51B2A645B68}"/>
              </a:ext>
            </a:extLst>
          </p:cNvPr>
          <p:cNvSpPr/>
          <p:nvPr/>
        </p:nvSpPr>
        <p:spPr>
          <a:xfrm>
            <a:off x="2697202" y="4631949"/>
            <a:ext cx="914399" cy="40069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dirty="0"/>
              <a:t>Host S</a:t>
            </a:r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27F7A3C-9BD4-64E8-2E5A-DFBAFD25E082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3154402" y="3554706"/>
            <a:ext cx="0" cy="1077243"/>
          </a:xfrm>
          <a:prstGeom prst="line">
            <a:avLst/>
          </a:prstGeom>
          <a:ln>
            <a:tailEnd type="non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A33D3D4-A2DC-9814-BAA8-CC4C319DC66E}"/>
              </a:ext>
            </a:extLst>
          </p:cNvPr>
          <p:cNvCxnSpPr>
            <a:cxnSpLocks/>
            <a:stCxn id="3" idx="0"/>
            <a:endCxn id="5" idx="2"/>
          </p:cNvCxnSpPr>
          <p:nvPr/>
        </p:nvCxnSpPr>
        <p:spPr>
          <a:xfrm flipV="1">
            <a:off x="3154402" y="2032397"/>
            <a:ext cx="2551662" cy="1121617"/>
          </a:xfrm>
          <a:prstGeom prst="line">
            <a:avLst/>
          </a:prstGeom>
          <a:ln>
            <a:tailEnd type="non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A5BFD3B-CA52-92F9-7A3E-22DCCE622AAC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H="1" flipV="1">
            <a:off x="3154402" y="2015860"/>
            <a:ext cx="2551662" cy="1138153"/>
          </a:xfrm>
          <a:prstGeom prst="line">
            <a:avLst/>
          </a:prstGeom>
          <a:ln>
            <a:tailEnd type="non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EFD84DF-3E72-A233-7C63-0147408F5973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5706064" y="2032397"/>
            <a:ext cx="0" cy="1121616"/>
          </a:xfrm>
          <a:prstGeom prst="line">
            <a:avLst/>
          </a:prstGeom>
          <a:ln>
            <a:tailEnd type="non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8207518-8D90-703A-4D3F-9CF2567B44B5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5706064" y="3566174"/>
            <a:ext cx="0" cy="1065774"/>
          </a:xfrm>
          <a:prstGeom prst="line">
            <a:avLst/>
          </a:prstGeom>
          <a:ln>
            <a:tailEnd type="non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7728FA7-9A05-BE83-A24A-F1E78405166E}"/>
              </a:ext>
            </a:extLst>
          </p:cNvPr>
          <p:cNvSpPr/>
          <p:nvPr/>
        </p:nvSpPr>
        <p:spPr>
          <a:xfrm>
            <a:off x="5235777" y="4631948"/>
            <a:ext cx="940573" cy="4121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dirty="0"/>
              <a:t>Host D</a:t>
            </a:r>
            <a:endParaRPr kumimoji="1" lang="ja-JP" altLang="en-US"/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665C40CE-485B-107C-F4BA-2D9B23E02422}"/>
              </a:ext>
            </a:extLst>
          </p:cNvPr>
          <p:cNvSpPr/>
          <p:nvPr/>
        </p:nvSpPr>
        <p:spPr>
          <a:xfrm>
            <a:off x="2932668" y="1764939"/>
            <a:ext cx="450278" cy="20887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400" dirty="0"/>
              <a:t>SID 1</a:t>
            </a:r>
            <a:endParaRPr kumimoji="1" lang="ja-JP" altLang="en-US" sz="1400"/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CF348CC1-8E06-67E8-E085-235DCA7C4145}"/>
              </a:ext>
            </a:extLst>
          </p:cNvPr>
          <p:cNvSpPr/>
          <p:nvPr/>
        </p:nvSpPr>
        <p:spPr>
          <a:xfrm>
            <a:off x="5473423" y="1764939"/>
            <a:ext cx="463167" cy="21485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400" dirty="0"/>
              <a:t>SID 2</a:t>
            </a:r>
            <a:endParaRPr kumimoji="1" lang="ja-JP" altLang="en-US" sz="1400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98767BF5-CDEB-632B-AB20-B155CE41AA93}"/>
              </a:ext>
            </a:extLst>
          </p:cNvPr>
          <p:cNvCxnSpPr>
            <a:cxnSpLocks/>
          </p:cNvCxnSpPr>
          <p:nvPr/>
        </p:nvCxnSpPr>
        <p:spPr>
          <a:xfrm>
            <a:off x="6400042" y="3882480"/>
            <a:ext cx="0" cy="421673"/>
          </a:xfrm>
          <a:prstGeom prst="straightConnector1">
            <a:avLst/>
          </a:prstGeom>
          <a:ln cap="rnd">
            <a:solidFill>
              <a:schemeClr val="tx1"/>
            </a:solidFill>
            <a:prstDash val="sysDot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338291DD-87E3-5A35-DE8C-6BA6CFBE7AB3}"/>
              </a:ext>
            </a:extLst>
          </p:cNvPr>
          <p:cNvCxnSpPr>
            <a:cxnSpLocks/>
          </p:cNvCxnSpPr>
          <p:nvPr/>
        </p:nvCxnSpPr>
        <p:spPr>
          <a:xfrm flipH="1">
            <a:off x="6400042" y="2087815"/>
            <a:ext cx="1" cy="342087"/>
          </a:xfrm>
          <a:prstGeom prst="straightConnector1">
            <a:avLst/>
          </a:prstGeom>
          <a:ln cap="rnd">
            <a:solidFill>
              <a:schemeClr val="tx1"/>
            </a:solidFill>
            <a:prstDash val="sysDot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D5437BC-AEBF-6B3E-84E5-33DD58B00489}"/>
              </a:ext>
            </a:extLst>
          </p:cNvPr>
          <p:cNvSpPr txBox="1"/>
          <p:nvPr/>
        </p:nvSpPr>
        <p:spPr>
          <a:xfrm>
            <a:off x="3532568" y="5227294"/>
            <a:ext cx="24068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Packets of a flow to Host D</a:t>
            </a:r>
            <a:endParaRPr kumimoji="1" lang="ja-JP" altLang="en-US" sz="160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5D5C1A3-3CC1-1367-02F7-94711CD31A60}"/>
              </a:ext>
            </a:extLst>
          </p:cNvPr>
          <p:cNvSpPr txBox="1"/>
          <p:nvPr/>
        </p:nvSpPr>
        <p:spPr>
          <a:xfrm>
            <a:off x="3532568" y="5539914"/>
            <a:ext cx="22665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IPv6 Header to SID 1 or 2</a:t>
            </a:r>
            <a:endParaRPr kumimoji="1" lang="ja-JP" altLang="en-US" sz="1600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F7919C3D-2BA2-11AD-9ADA-D6DA48C7FCAA}"/>
              </a:ext>
            </a:extLst>
          </p:cNvPr>
          <p:cNvCxnSpPr>
            <a:cxnSpLocks/>
          </p:cNvCxnSpPr>
          <p:nvPr/>
        </p:nvCxnSpPr>
        <p:spPr>
          <a:xfrm flipV="1">
            <a:off x="2191687" y="2210568"/>
            <a:ext cx="0" cy="332568"/>
          </a:xfrm>
          <a:prstGeom prst="straightConnector1">
            <a:avLst/>
          </a:prstGeom>
          <a:ln cap="rnd">
            <a:solidFill>
              <a:schemeClr val="tx1"/>
            </a:solidFill>
            <a:prstDash val="sysDot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33C8764-1C07-2569-E7EA-D4CD6726DE31}"/>
              </a:ext>
            </a:extLst>
          </p:cNvPr>
          <p:cNvGrpSpPr/>
          <p:nvPr/>
        </p:nvGrpSpPr>
        <p:grpSpPr>
          <a:xfrm>
            <a:off x="2317705" y="4348407"/>
            <a:ext cx="758994" cy="229382"/>
            <a:chOff x="4344046" y="4986235"/>
            <a:chExt cx="758994" cy="229382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7185DED-F565-D2D0-D167-9BE3697251CE}"/>
                </a:ext>
              </a:extLst>
            </p:cNvPr>
            <p:cNvSpPr/>
            <p:nvPr/>
          </p:nvSpPr>
          <p:spPr>
            <a:xfrm>
              <a:off x="4847222" y="4986235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3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38AA90FB-74DD-3144-1AC5-5D68A6684F0E}"/>
                </a:ext>
              </a:extLst>
            </p:cNvPr>
            <p:cNvSpPr/>
            <p:nvPr/>
          </p:nvSpPr>
          <p:spPr>
            <a:xfrm>
              <a:off x="4595634" y="4986235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D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39C033B4-8253-2C36-4FFC-47DB0CDDDB9D}"/>
                </a:ext>
              </a:extLst>
            </p:cNvPr>
            <p:cNvSpPr/>
            <p:nvPr/>
          </p:nvSpPr>
          <p:spPr>
            <a:xfrm>
              <a:off x="4344046" y="4986235"/>
              <a:ext cx="255818" cy="22938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600" dirty="0">
                  <a:solidFill>
                    <a:schemeClr val="bg1"/>
                  </a:solidFill>
                </a:rPr>
                <a:t>S2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BFBF71CE-96A6-901E-A199-BC62A7C0FE30}"/>
              </a:ext>
            </a:extLst>
          </p:cNvPr>
          <p:cNvGrpSpPr/>
          <p:nvPr/>
        </p:nvGrpSpPr>
        <p:grpSpPr>
          <a:xfrm>
            <a:off x="2317705" y="3963343"/>
            <a:ext cx="758994" cy="229382"/>
            <a:chOff x="4344046" y="4986235"/>
            <a:chExt cx="758994" cy="229382"/>
          </a:xfrm>
        </p:grpSpPr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8B05F027-FBF9-9969-7CBB-E9D54D6C686F}"/>
                </a:ext>
              </a:extLst>
            </p:cNvPr>
            <p:cNvSpPr/>
            <p:nvPr/>
          </p:nvSpPr>
          <p:spPr>
            <a:xfrm>
              <a:off x="4847222" y="4986235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2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26F903D-2AC3-E45A-1AB7-732C93F18FC6}"/>
                </a:ext>
              </a:extLst>
            </p:cNvPr>
            <p:cNvSpPr/>
            <p:nvPr/>
          </p:nvSpPr>
          <p:spPr>
            <a:xfrm>
              <a:off x="4595634" y="4986235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D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FCAD1110-21C3-AFBF-D904-EDCD56EF1BA0}"/>
                </a:ext>
              </a:extLst>
            </p:cNvPr>
            <p:cNvSpPr/>
            <p:nvPr/>
          </p:nvSpPr>
          <p:spPr>
            <a:xfrm>
              <a:off x="4344046" y="4986235"/>
              <a:ext cx="255818" cy="22938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600" dirty="0">
                  <a:solidFill>
                    <a:schemeClr val="bg1"/>
                  </a:solidFill>
                </a:rPr>
                <a:t>S1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12B9143A-7EED-3EA5-4749-81CB024C31FB}"/>
              </a:ext>
            </a:extLst>
          </p:cNvPr>
          <p:cNvGrpSpPr/>
          <p:nvPr/>
        </p:nvGrpSpPr>
        <p:grpSpPr>
          <a:xfrm>
            <a:off x="2317705" y="3673976"/>
            <a:ext cx="758994" cy="229382"/>
            <a:chOff x="4344046" y="4986235"/>
            <a:chExt cx="758994" cy="229382"/>
          </a:xfrm>
        </p:grpSpPr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DE7FACF-18CA-FC95-BEBB-08E967D1BF61}"/>
                </a:ext>
              </a:extLst>
            </p:cNvPr>
            <p:cNvSpPr/>
            <p:nvPr/>
          </p:nvSpPr>
          <p:spPr>
            <a:xfrm>
              <a:off x="4847222" y="4986235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600" dirty="0">
                  <a:solidFill>
                    <a:schemeClr val="bg1"/>
                  </a:solidFill>
                </a:rPr>
                <a:t>1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EEF6EE17-7475-A1B8-6E06-B6D0A2C81A3E}"/>
                </a:ext>
              </a:extLst>
            </p:cNvPr>
            <p:cNvSpPr/>
            <p:nvPr/>
          </p:nvSpPr>
          <p:spPr>
            <a:xfrm>
              <a:off x="4595634" y="4986235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D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34235198-B9B5-DB91-5B8B-190F72075778}"/>
                </a:ext>
              </a:extLst>
            </p:cNvPr>
            <p:cNvSpPr/>
            <p:nvPr/>
          </p:nvSpPr>
          <p:spPr>
            <a:xfrm>
              <a:off x="4344046" y="4986235"/>
              <a:ext cx="255818" cy="22938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600" dirty="0">
                  <a:solidFill>
                    <a:schemeClr val="bg1"/>
                  </a:solidFill>
                </a:rPr>
                <a:t>S1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5628333A-1253-747F-87D8-53D2EDFD6F70}"/>
              </a:ext>
            </a:extLst>
          </p:cNvPr>
          <p:cNvGrpSpPr/>
          <p:nvPr/>
        </p:nvGrpSpPr>
        <p:grpSpPr>
          <a:xfrm>
            <a:off x="5793686" y="4306263"/>
            <a:ext cx="507406" cy="229382"/>
            <a:chOff x="4595634" y="4986235"/>
            <a:chExt cx="507406" cy="229382"/>
          </a:xfrm>
        </p:grpSpPr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0204D76D-9F95-7542-6B46-2AFD6F48E890}"/>
                </a:ext>
              </a:extLst>
            </p:cNvPr>
            <p:cNvSpPr/>
            <p:nvPr/>
          </p:nvSpPr>
          <p:spPr>
            <a:xfrm>
              <a:off x="4847222" y="4986235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600" dirty="0">
                  <a:solidFill>
                    <a:schemeClr val="bg1"/>
                  </a:solidFill>
                </a:rPr>
                <a:t>1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3961497C-6DA2-3439-8E5C-379195166985}"/>
                </a:ext>
              </a:extLst>
            </p:cNvPr>
            <p:cNvSpPr/>
            <p:nvPr/>
          </p:nvSpPr>
          <p:spPr>
            <a:xfrm>
              <a:off x="4595634" y="4986235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D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EB790586-3497-6F4A-5DE8-FD44AF24C7FF}"/>
              </a:ext>
            </a:extLst>
          </p:cNvPr>
          <p:cNvGrpSpPr/>
          <p:nvPr/>
        </p:nvGrpSpPr>
        <p:grpSpPr>
          <a:xfrm>
            <a:off x="5793686" y="4016896"/>
            <a:ext cx="507406" cy="229382"/>
            <a:chOff x="4595634" y="4986235"/>
            <a:chExt cx="507406" cy="229382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21C40101-63BC-2FCD-7B92-644D3CC43F9D}"/>
                </a:ext>
              </a:extLst>
            </p:cNvPr>
            <p:cNvSpPr/>
            <p:nvPr/>
          </p:nvSpPr>
          <p:spPr>
            <a:xfrm>
              <a:off x="4847222" y="4986235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2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07201D32-ACF9-D39A-582C-94E1EE7B53A5}"/>
                </a:ext>
              </a:extLst>
            </p:cNvPr>
            <p:cNvSpPr/>
            <p:nvPr/>
          </p:nvSpPr>
          <p:spPr>
            <a:xfrm>
              <a:off x="4595634" y="4986235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D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1FF929A3-5215-A5FF-AB99-01EDEC347FF3}"/>
              </a:ext>
            </a:extLst>
          </p:cNvPr>
          <p:cNvGrpSpPr/>
          <p:nvPr/>
        </p:nvGrpSpPr>
        <p:grpSpPr>
          <a:xfrm>
            <a:off x="5793686" y="3631832"/>
            <a:ext cx="507406" cy="229382"/>
            <a:chOff x="4595634" y="4986235"/>
            <a:chExt cx="507406" cy="229382"/>
          </a:xfrm>
        </p:grpSpPr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FA047247-3D6C-EB51-6CB6-47F24F54BB5B}"/>
                </a:ext>
              </a:extLst>
            </p:cNvPr>
            <p:cNvSpPr/>
            <p:nvPr/>
          </p:nvSpPr>
          <p:spPr>
            <a:xfrm>
              <a:off x="4847222" y="4986235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3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28527DBD-F94F-E7DD-ACBE-6E9F1F5C8817}"/>
                </a:ext>
              </a:extLst>
            </p:cNvPr>
            <p:cNvSpPr/>
            <p:nvPr/>
          </p:nvSpPr>
          <p:spPr>
            <a:xfrm>
              <a:off x="4595634" y="4986235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D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E8BDE855-6EF4-5F7B-5662-57DD44877F47}"/>
              </a:ext>
            </a:extLst>
          </p:cNvPr>
          <p:cNvGrpSpPr/>
          <p:nvPr/>
        </p:nvGrpSpPr>
        <p:grpSpPr>
          <a:xfrm>
            <a:off x="2317705" y="2126521"/>
            <a:ext cx="758994" cy="518749"/>
            <a:chOff x="2317705" y="3966440"/>
            <a:chExt cx="758994" cy="518749"/>
          </a:xfrm>
        </p:grpSpPr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0C221648-8853-AECA-1770-F6F9A8391564}"/>
                </a:ext>
              </a:extLst>
            </p:cNvPr>
            <p:cNvGrpSpPr/>
            <p:nvPr/>
          </p:nvGrpSpPr>
          <p:grpSpPr>
            <a:xfrm>
              <a:off x="2317705" y="4255807"/>
              <a:ext cx="758994" cy="229382"/>
              <a:chOff x="4344046" y="4986235"/>
              <a:chExt cx="758994" cy="229382"/>
            </a:xfrm>
          </p:grpSpPr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2D44FC5A-CB99-8602-CB4D-E4FC55613176}"/>
                  </a:ext>
                </a:extLst>
              </p:cNvPr>
              <p:cNvSpPr/>
              <p:nvPr/>
            </p:nvSpPr>
            <p:spPr>
              <a:xfrm>
                <a:off x="4847222" y="4986235"/>
                <a:ext cx="255818" cy="22938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600" dirty="0">
                    <a:solidFill>
                      <a:schemeClr val="bg1"/>
                    </a:solidFill>
                  </a:rPr>
                  <a:t>2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4E1169E7-68EF-4BEA-02EA-AB27FC324692}"/>
                  </a:ext>
                </a:extLst>
              </p:cNvPr>
              <p:cNvSpPr/>
              <p:nvPr/>
            </p:nvSpPr>
            <p:spPr>
              <a:xfrm>
                <a:off x="4595634" y="4986235"/>
                <a:ext cx="255818" cy="22938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600" dirty="0">
                    <a:solidFill>
                      <a:schemeClr val="bg1"/>
                    </a:solidFill>
                  </a:rPr>
                  <a:t>D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A32CC65D-4888-CE91-078A-010C7B0489AC}"/>
                  </a:ext>
                </a:extLst>
              </p:cNvPr>
              <p:cNvSpPr/>
              <p:nvPr/>
            </p:nvSpPr>
            <p:spPr>
              <a:xfrm>
                <a:off x="4344046" y="4986235"/>
                <a:ext cx="255818" cy="22938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ja-JP" sz="1600" dirty="0">
                    <a:solidFill>
                      <a:schemeClr val="bg1"/>
                    </a:solidFill>
                  </a:rPr>
                  <a:t>S1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BE8F03CD-6293-EE61-420B-8DDC89D9C700}"/>
                </a:ext>
              </a:extLst>
            </p:cNvPr>
            <p:cNvGrpSpPr/>
            <p:nvPr/>
          </p:nvGrpSpPr>
          <p:grpSpPr>
            <a:xfrm>
              <a:off x="2317705" y="3966440"/>
              <a:ext cx="758994" cy="229382"/>
              <a:chOff x="4344046" y="4986235"/>
              <a:chExt cx="758994" cy="229382"/>
            </a:xfrm>
          </p:grpSpPr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CD383CAF-CF89-EEA2-59AA-C53E8E28FB04}"/>
                  </a:ext>
                </a:extLst>
              </p:cNvPr>
              <p:cNvSpPr/>
              <p:nvPr/>
            </p:nvSpPr>
            <p:spPr>
              <a:xfrm>
                <a:off x="4847222" y="4986235"/>
                <a:ext cx="255818" cy="22938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ja-JP" sz="1600" dirty="0">
                    <a:solidFill>
                      <a:schemeClr val="bg1"/>
                    </a:solidFill>
                  </a:rPr>
                  <a:t>1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550E8423-A660-17F4-AD8B-E2D4BB43E099}"/>
                  </a:ext>
                </a:extLst>
              </p:cNvPr>
              <p:cNvSpPr/>
              <p:nvPr/>
            </p:nvSpPr>
            <p:spPr>
              <a:xfrm>
                <a:off x="4595634" y="4986235"/>
                <a:ext cx="255818" cy="22938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600" dirty="0">
                    <a:solidFill>
                      <a:schemeClr val="bg1"/>
                    </a:solidFill>
                  </a:rPr>
                  <a:t>D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B51FB2F3-EA96-09C3-0753-5F16E7E06221}"/>
                  </a:ext>
                </a:extLst>
              </p:cNvPr>
              <p:cNvSpPr/>
              <p:nvPr/>
            </p:nvSpPr>
            <p:spPr>
              <a:xfrm>
                <a:off x="4344046" y="4986235"/>
                <a:ext cx="255818" cy="22938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ja-JP" sz="1600" dirty="0">
                    <a:solidFill>
                      <a:schemeClr val="bg1"/>
                    </a:solidFill>
                  </a:rPr>
                  <a:t>S1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5371AF85-89FC-4103-9DCA-FECBAD4759D1}"/>
              </a:ext>
            </a:extLst>
          </p:cNvPr>
          <p:cNvGrpSpPr/>
          <p:nvPr/>
        </p:nvGrpSpPr>
        <p:grpSpPr>
          <a:xfrm>
            <a:off x="5791571" y="2118070"/>
            <a:ext cx="507406" cy="229382"/>
            <a:chOff x="6159839" y="3784232"/>
            <a:chExt cx="507406" cy="229382"/>
          </a:xfrm>
        </p:grpSpPr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FC49045B-6EF5-5B8C-F97D-5137F41A2566}"/>
                </a:ext>
              </a:extLst>
            </p:cNvPr>
            <p:cNvSpPr/>
            <p:nvPr/>
          </p:nvSpPr>
          <p:spPr>
            <a:xfrm>
              <a:off x="6411427" y="3784232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3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1A708813-E7E9-43CE-E601-6E31C29E1379}"/>
                </a:ext>
              </a:extLst>
            </p:cNvPr>
            <p:cNvSpPr/>
            <p:nvPr/>
          </p:nvSpPr>
          <p:spPr>
            <a:xfrm>
              <a:off x="6159839" y="3784232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D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</p:grp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8B52F794-6D88-2E70-8782-E4301EC66A96}"/>
              </a:ext>
            </a:extLst>
          </p:cNvPr>
          <p:cNvCxnSpPr>
            <a:cxnSpLocks/>
          </p:cNvCxnSpPr>
          <p:nvPr/>
        </p:nvCxnSpPr>
        <p:spPr>
          <a:xfrm flipV="1">
            <a:off x="2191687" y="3906612"/>
            <a:ext cx="0" cy="441795"/>
          </a:xfrm>
          <a:prstGeom prst="straightConnector1">
            <a:avLst/>
          </a:prstGeom>
          <a:ln cap="rnd">
            <a:solidFill>
              <a:schemeClr val="tx1"/>
            </a:solidFill>
            <a:prstDash val="sysDot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004022C3-D28D-1B44-63C9-E2FBEA15D7B9}"/>
              </a:ext>
            </a:extLst>
          </p:cNvPr>
          <p:cNvGrpSpPr/>
          <p:nvPr/>
        </p:nvGrpSpPr>
        <p:grpSpPr>
          <a:xfrm rot="-1440000">
            <a:off x="3637870" y="2865691"/>
            <a:ext cx="758994" cy="326320"/>
            <a:chOff x="3947018" y="3784671"/>
            <a:chExt cx="758994" cy="326320"/>
          </a:xfrm>
        </p:grpSpPr>
        <p:grpSp>
          <p:nvGrpSpPr>
            <p:cNvPr id="57" name="グループ化 56">
              <a:extLst>
                <a:ext uri="{FF2B5EF4-FFF2-40B4-BE49-F238E27FC236}">
                  <a16:creationId xmlns:a16="http://schemas.microsoft.com/office/drawing/2014/main" id="{AA341622-D614-B732-1CBF-289D44AA6E90}"/>
                </a:ext>
              </a:extLst>
            </p:cNvPr>
            <p:cNvGrpSpPr/>
            <p:nvPr/>
          </p:nvGrpSpPr>
          <p:grpSpPr>
            <a:xfrm>
              <a:off x="3947018" y="3784671"/>
              <a:ext cx="758994" cy="229382"/>
              <a:chOff x="4344046" y="4986235"/>
              <a:chExt cx="758994" cy="229382"/>
            </a:xfrm>
          </p:grpSpPr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4323CF86-191E-F72E-511B-0F5A0FB6575F}"/>
                  </a:ext>
                </a:extLst>
              </p:cNvPr>
              <p:cNvSpPr/>
              <p:nvPr/>
            </p:nvSpPr>
            <p:spPr>
              <a:xfrm>
                <a:off x="4847222" y="4986235"/>
                <a:ext cx="255818" cy="22938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600" dirty="0">
                    <a:solidFill>
                      <a:schemeClr val="bg1"/>
                    </a:solidFill>
                  </a:rPr>
                  <a:t>3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正方形/長方形 59">
                <a:extLst>
                  <a:ext uri="{FF2B5EF4-FFF2-40B4-BE49-F238E27FC236}">
                    <a16:creationId xmlns:a16="http://schemas.microsoft.com/office/drawing/2014/main" id="{BE6D77D0-3DAC-AC4C-EC5E-B37ED056E6F2}"/>
                  </a:ext>
                </a:extLst>
              </p:cNvPr>
              <p:cNvSpPr/>
              <p:nvPr/>
            </p:nvSpPr>
            <p:spPr>
              <a:xfrm>
                <a:off x="4595634" y="4986235"/>
                <a:ext cx="255818" cy="22938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600" dirty="0">
                    <a:solidFill>
                      <a:schemeClr val="bg1"/>
                    </a:solidFill>
                  </a:rPr>
                  <a:t>D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60668417-6EDB-4449-D415-C503315D5EC0}"/>
                  </a:ext>
                </a:extLst>
              </p:cNvPr>
              <p:cNvSpPr/>
              <p:nvPr/>
            </p:nvSpPr>
            <p:spPr>
              <a:xfrm>
                <a:off x="4344046" y="4986235"/>
                <a:ext cx="255818" cy="22938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ja-JP" sz="1600" dirty="0">
                    <a:solidFill>
                      <a:schemeClr val="bg1"/>
                    </a:solidFill>
                  </a:rPr>
                  <a:t>S2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746BB38B-66AF-29FD-9A98-D66CA35A4D97}"/>
                </a:ext>
              </a:extLst>
            </p:cNvPr>
            <p:cNvCxnSpPr>
              <a:cxnSpLocks/>
            </p:cNvCxnSpPr>
            <p:nvPr/>
          </p:nvCxnSpPr>
          <p:spPr>
            <a:xfrm>
              <a:off x="4180088" y="4110991"/>
              <a:ext cx="316576" cy="0"/>
            </a:xfrm>
            <a:prstGeom prst="straightConnector1">
              <a:avLst/>
            </a:prstGeom>
            <a:ln cap="rnd">
              <a:solidFill>
                <a:schemeClr val="tx1"/>
              </a:solidFill>
              <a:prstDash val="sysDot"/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10A825C9-DAAD-596C-D172-84AB542B0275}"/>
              </a:ext>
            </a:extLst>
          </p:cNvPr>
          <p:cNvGrpSpPr/>
          <p:nvPr/>
        </p:nvGrpSpPr>
        <p:grpSpPr>
          <a:xfrm>
            <a:off x="2886463" y="5281880"/>
            <a:ext cx="507406" cy="229382"/>
            <a:chOff x="2721693" y="3922073"/>
            <a:chExt cx="507406" cy="229382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6EE4FE39-17D3-40F0-EB86-B7856C5FA62E}"/>
                </a:ext>
              </a:extLst>
            </p:cNvPr>
            <p:cNvSpPr/>
            <p:nvPr/>
          </p:nvSpPr>
          <p:spPr>
            <a:xfrm>
              <a:off x="2973281" y="3922073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n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9CD3C383-8FE5-C1E8-9FC2-9949C50B3108}"/>
                </a:ext>
              </a:extLst>
            </p:cNvPr>
            <p:cNvSpPr/>
            <p:nvPr/>
          </p:nvSpPr>
          <p:spPr>
            <a:xfrm>
              <a:off x="2721693" y="3922073"/>
              <a:ext cx="255818" cy="22938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D</a:t>
              </a:r>
              <a:endParaRPr kumimoji="1" lang="ja-JP" altLang="en-US" sz="1600">
                <a:solidFill>
                  <a:schemeClr val="bg1"/>
                </a:solidFill>
              </a:endParaRPr>
            </a:p>
          </p:txBody>
        </p:sp>
      </p:grp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B662B3FB-FADC-55F7-92E0-17276806C6B9}"/>
              </a:ext>
            </a:extLst>
          </p:cNvPr>
          <p:cNvSpPr/>
          <p:nvPr/>
        </p:nvSpPr>
        <p:spPr>
          <a:xfrm>
            <a:off x="2837926" y="5614554"/>
            <a:ext cx="255818" cy="2293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S1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FF1EE191-4EBB-712A-97DE-F9D0938D2B4D}"/>
              </a:ext>
            </a:extLst>
          </p:cNvPr>
          <p:cNvSpPr/>
          <p:nvPr/>
        </p:nvSpPr>
        <p:spPr>
          <a:xfrm>
            <a:off x="3194187" y="5614554"/>
            <a:ext cx="255818" cy="2293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S2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A4383674-046E-6EBC-EF1E-C8E48B70D4E6}"/>
              </a:ext>
            </a:extLst>
          </p:cNvPr>
          <p:cNvGrpSpPr/>
          <p:nvPr/>
        </p:nvGrpSpPr>
        <p:grpSpPr>
          <a:xfrm rot="1440000">
            <a:off x="4007483" y="2107882"/>
            <a:ext cx="507406" cy="320587"/>
            <a:chOff x="4309805" y="5666660"/>
            <a:chExt cx="507406" cy="320587"/>
          </a:xfrm>
        </p:grpSpPr>
        <p:grpSp>
          <p:nvGrpSpPr>
            <p:cNvPr id="68" name="グループ化 67">
              <a:extLst>
                <a:ext uri="{FF2B5EF4-FFF2-40B4-BE49-F238E27FC236}">
                  <a16:creationId xmlns:a16="http://schemas.microsoft.com/office/drawing/2014/main" id="{552E044B-3C4F-3C6F-5A41-AE139A324CFD}"/>
                </a:ext>
              </a:extLst>
            </p:cNvPr>
            <p:cNvGrpSpPr/>
            <p:nvPr/>
          </p:nvGrpSpPr>
          <p:grpSpPr>
            <a:xfrm>
              <a:off x="4309805" y="5757865"/>
              <a:ext cx="507406" cy="229382"/>
              <a:chOff x="4595634" y="4986235"/>
              <a:chExt cx="507406" cy="229382"/>
            </a:xfrm>
          </p:grpSpPr>
          <p:sp>
            <p:nvSpPr>
              <p:cNvPr id="70" name="正方形/長方形 69">
                <a:extLst>
                  <a:ext uri="{FF2B5EF4-FFF2-40B4-BE49-F238E27FC236}">
                    <a16:creationId xmlns:a16="http://schemas.microsoft.com/office/drawing/2014/main" id="{5F925AFC-DA6D-F265-109B-88568ADCA491}"/>
                  </a:ext>
                </a:extLst>
              </p:cNvPr>
              <p:cNvSpPr/>
              <p:nvPr/>
            </p:nvSpPr>
            <p:spPr>
              <a:xfrm>
                <a:off x="4847222" y="4986235"/>
                <a:ext cx="255818" cy="22938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600" dirty="0">
                    <a:solidFill>
                      <a:schemeClr val="bg1"/>
                    </a:solidFill>
                  </a:rPr>
                  <a:t>2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正方形/長方形 70">
                <a:extLst>
                  <a:ext uri="{FF2B5EF4-FFF2-40B4-BE49-F238E27FC236}">
                    <a16:creationId xmlns:a16="http://schemas.microsoft.com/office/drawing/2014/main" id="{ED93B784-5898-AECE-E36D-392BEA607A88}"/>
                  </a:ext>
                </a:extLst>
              </p:cNvPr>
              <p:cNvSpPr/>
              <p:nvPr/>
            </p:nvSpPr>
            <p:spPr>
              <a:xfrm>
                <a:off x="4595634" y="4986235"/>
                <a:ext cx="255818" cy="22938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600" dirty="0">
                    <a:solidFill>
                      <a:schemeClr val="bg1"/>
                    </a:solidFill>
                  </a:rPr>
                  <a:t>D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69" name="直線矢印コネクタ 68">
              <a:extLst>
                <a:ext uri="{FF2B5EF4-FFF2-40B4-BE49-F238E27FC236}">
                  <a16:creationId xmlns:a16="http://schemas.microsoft.com/office/drawing/2014/main" id="{1BFBC34D-5FCC-E1B4-8DEB-48A72D4E8E60}"/>
                </a:ext>
              </a:extLst>
            </p:cNvPr>
            <p:cNvCxnSpPr>
              <a:cxnSpLocks/>
            </p:cNvCxnSpPr>
            <p:nvPr/>
          </p:nvCxnSpPr>
          <p:spPr>
            <a:xfrm>
              <a:off x="4429470" y="5666660"/>
              <a:ext cx="316576" cy="0"/>
            </a:xfrm>
            <a:prstGeom prst="straightConnector1">
              <a:avLst/>
            </a:prstGeom>
            <a:ln cap="rnd">
              <a:solidFill>
                <a:schemeClr val="tx1"/>
              </a:solidFill>
              <a:prstDash val="sysDot"/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FD5D0788-2E55-AB98-4E57-08AF5935D6BB}"/>
              </a:ext>
            </a:extLst>
          </p:cNvPr>
          <p:cNvGrpSpPr/>
          <p:nvPr/>
        </p:nvGrpSpPr>
        <p:grpSpPr>
          <a:xfrm rot="1440000">
            <a:off x="4982073" y="2535689"/>
            <a:ext cx="507406" cy="320587"/>
            <a:chOff x="5219720" y="5666660"/>
            <a:chExt cx="507406" cy="320587"/>
          </a:xfrm>
        </p:grpSpPr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F7D3332E-E317-13C0-8171-EB2C0B758296}"/>
                </a:ext>
              </a:extLst>
            </p:cNvPr>
            <p:cNvGrpSpPr/>
            <p:nvPr/>
          </p:nvGrpSpPr>
          <p:grpSpPr>
            <a:xfrm>
              <a:off x="5219720" y="5757865"/>
              <a:ext cx="507406" cy="229382"/>
              <a:chOff x="4595634" y="4986235"/>
              <a:chExt cx="507406" cy="229382"/>
            </a:xfrm>
          </p:grpSpPr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48597800-F873-E6B9-FFD6-10150C74EF8B}"/>
                  </a:ext>
                </a:extLst>
              </p:cNvPr>
              <p:cNvSpPr/>
              <p:nvPr/>
            </p:nvSpPr>
            <p:spPr>
              <a:xfrm>
                <a:off x="4847222" y="4986235"/>
                <a:ext cx="255818" cy="22938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ja-JP" sz="1600" dirty="0">
                    <a:solidFill>
                      <a:schemeClr val="bg1"/>
                    </a:solidFill>
                  </a:rPr>
                  <a:t>1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正方形/長方形 75">
                <a:extLst>
                  <a:ext uri="{FF2B5EF4-FFF2-40B4-BE49-F238E27FC236}">
                    <a16:creationId xmlns:a16="http://schemas.microsoft.com/office/drawing/2014/main" id="{8AF3C6DA-CFB5-D952-24BC-8B43E8EFD57F}"/>
                  </a:ext>
                </a:extLst>
              </p:cNvPr>
              <p:cNvSpPr/>
              <p:nvPr/>
            </p:nvSpPr>
            <p:spPr>
              <a:xfrm>
                <a:off x="4595634" y="4986235"/>
                <a:ext cx="255818" cy="22938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600" dirty="0">
                    <a:solidFill>
                      <a:schemeClr val="bg1"/>
                    </a:solidFill>
                  </a:rPr>
                  <a:t>D</a:t>
                </a:r>
                <a:endParaRPr kumimoji="1" lang="ja-JP" altLang="en-US" sz="160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74" name="直線矢印コネクタ 73">
              <a:extLst>
                <a:ext uri="{FF2B5EF4-FFF2-40B4-BE49-F238E27FC236}">
                  <a16:creationId xmlns:a16="http://schemas.microsoft.com/office/drawing/2014/main" id="{D9EE05EA-82C8-0B56-D231-7FA9D842593D}"/>
                </a:ext>
              </a:extLst>
            </p:cNvPr>
            <p:cNvCxnSpPr>
              <a:cxnSpLocks/>
            </p:cNvCxnSpPr>
            <p:nvPr/>
          </p:nvCxnSpPr>
          <p:spPr>
            <a:xfrm>
              <a:off x="5331994" y="5666660"/>
              <a:ext cx="316576" cy="0"/>
            </a:xfrm>
            <a:prstGeom prst="straightConnector1">
              <a:avLst/>
            </a:prstGeom>
            <a:ln cap="rnd">
              <a:solidFill>
                <a:schemeClr val="tx1"/>
              </a:solidFill>
              <a:prstDash val="sysDot"/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3526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1">
            <a:extLst>
              <a:ext uri="{FF2B5EF4-FFF2-40B4-BE49-F238E27FC236}">
                <a16:creationId xmlns:a16="http://schemas.microsoft.com/office/drawing/2014/main" id="{8CAA55AD-2AB6-ECE8-8190-496BC0D7C95B}"/>
              </a:ext>
            </a:extLst>
          </p:cNvPr>
          <p:cNvSpPr/>
          <p:nvPr/>
        </p:nvSpPr>
        <p:spPr>
          <a:xfrm>
            <a:off x="3439336" y="2556133"/>
            <a:ext cx="925830" cy="210777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dirty="0" err="1">
                <a:solidFill>
                  <a:sysClr val="windowText" lastClr="000000"/>
                </a:solidFill>
                <a:latin typeface="Monaco" pitchFamily="2" charset="0"/>
              </a:rPr>
              <a:t>mscp</a:t>
            </a:r>
            <a:endParaRPr kumimoji="1" lang="ja-JP" altLang="en-US" dirty="0">
              <a:solidFill>
                <a:sysClr val="windowText" lastClr="000000"/>
              </a:solidFill>
              <a:latin typeface="Monaco" pitchFamily="2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9D1FB13-79CD-C7DF-598E-278F30A56A84}"/>
              </a:ext>
            </a:extLst>
          </p:cNvPr>
          <p:cNvSpPr/>
          <p:nvPr/>
        </p:nvSpPr>
        <p:spPr>
          <a:xfrm>
            <a:off x="8896195" y="4081554"/>
            <a:ext cx="269589" cy="46803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352A877-F6E8-42C4-DAB6-91B2B298B8B8}"/>
              </a:ext>
            </a:extLst>
          </p:cNvPr>
          <p:cNvSpPr/>
          <p:nvPr/>
        </p:nvSpPr>
        <p:spPr>
          <a:xfrm>
            <a:off x="8899913" y="3453651"/>
            <a:ext cx="830393" cy="46076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D5AEB50-FB79-A6BC-4583-8F9A4372D23F}"/>
              </a:ext>
            </a:extLst>
          </p:cNvPr>
          <p:cNvSpPr/>
          <p:nvPr/>
        </p:nvSpPr>
        <p:spPr>
          <a:xfrm>
            <a:off x="1644996" y="2561964"/>
            <a:ext cx="1348264" cy="134826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dirty="0">
              <a:solidFill>
                <a:sysClr val="windowText" lastClr="000000"/>
              </a:solidFill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2687C759-53F3-A0AA-592D-EA7654194ED4}"/>
              </a:ext>
            </a:extLst>
          </p:cNvPr>
          <p:cNvGrpSpPr/>
          <p:nvPr/>
        </p:nvGrpSpPr>
        <p:grpSpPr>
          <a:xfrm rot="5400000">
            <a:off x="2106979" y="2561964"/>
            <a:ext cx="424297" cy="1348264"/>
            <a:chOff x="3845304" y="3657599"/>
            <a:chExt cx="318781" cy="1012971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D6BE7CF8-9224-9C2C-8500-9D9015C9E5B6}"/>
                </a:ext>
              </a:extLst>
            </p:cNvPr>
            <p:cNvCxnSpPr>
              <a:cxnSpLocks/>
            </p:cNvCxnSpPr>
            <p:nvPr/>
          </p:nvCxnSpPr>
          <p:spPr>
            <a:xfrm>
              <a:off x="3845304" y="3657599"/>
              <a:ext cx="0" cy="101297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976569B5-6AAF-235F-D8FA-32234D96592A}"/>
                </a:ext>
              </a:extLst>
            </p:cNvPr>
            <p:cNvCxnSpPr>
              <a:cxnSpLocks/>
            </p:cNvCxnSpPr>
            <p:nvPr/>
          </p:nvCxnSpPr>
          <p:spPr>
            <a:xfrm>
              <a:off x="4164085" y="3657599"/>
              <a:ext cx="0" cy="101297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円柱 8">
            <a:extLst>
              <a:ext uri="{FF2B5EF4-FFF2-40B4-BE49-F238E27FC236}">
                <a16:creationId xmlns:a16="http://schemas.microsoft.com/office/drawing/2014/main" id="{48BA727D-711F-2A44-F97F-7C38BB9CD04F}"/>
              </a:ext>
            </a:extLst>
          </p:cNvPr>
          <p:cNvSpPr/>
          <p:nvPr/>
        </p:nvSpPr>
        <p:spPr>
          <a:xfrm rot="5400000">
            <a:off x="5359888" y="2476620"/>
            <a:ext cx="257981" cy="1496450"/>
          </a:xfrm>
          <a:prstGeom prst="can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6305F98-182E-1DE1-7F52-F981EFD5C129}"/>
              </a:ext>
            </a:extLst>
          </p:cNvPr>
          <p:cNvCxnSpPr>
            <a:cxnSpLocks/>
          </p:cNvCxnSpPr>
          <p:nvPr/>
        </p:nvCxnSpPr>
        <p:spPr>
          <a:xfrm>
            <a:off x="3150686" y="3224844"/>
            <a:ext cx="56107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35465F3B-49DB-B855-BE3C-48D6DC7880B0}"/>
              </a:ext>
            </a:extLst>
          </p:cNvPr>
          <p:cNvSpPr/>
          <p:nvPr/>
        </p:nvSpPr>
        <p:spPr>
          <a:xfrm>
            <a:off x="6525145" y="3049891"/>
            <a:ext cx="841664" cy="34990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ysClr val="windowText" lastClr="000000"/>
                </a:solidFill>
                <a:latin typeface="Monaco" pitchFamily="2" charset="0"/>
              </a:rPr>
              <a:t>sshd</a:t>
            </a:r>
            <a:endParaRPr kumimoji="1" lang="ja-JP" altLang="en-US" dirty="0">
              <a:solidFill>
                <a:sysClr val="windowText" lastClr="000000"/>
              </a:solidFill>
              <a:latin typeface="Monaco" pitchFamily="2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77F9F69-3396-2192-3930-2C63AF087DD3}"/>
              </a:ext>
            </a:extLst>
          </p:cNvPr>
          <p:cNvSpPr txBox="1"/>
          <p:nvPr/>
        </p:nvSpPr>
        <p:spPr>
          <a:xfrm>
            <a:off x="4710258" y="2356502"/>
            <a:ext cx="1535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/>
              <a:t>SSH</a:t>
            </a:r>
          </a:p>
          <a:p>
            <a:pPr algn="ctr"/>
            <a:r>
              <a:rPr kumimoji="1" lang="en-US" altLang="ja-JP" sz="2000" dirty="0"/>
              <a:t> Connections</a:t>
            </a:r>
            <a:endParaRPr kumimoji="1" lang="ja-JP" altLang="en-US" sz="200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9A9808F9-8BF1-763C-4852-5D7FE73A18C6}"/>
              </a:ext>
            </a:extLst>
          </p:cNvPr>
          <p:cNvCxnSpPr>
            <a:cxnSpLocks/>
          </p:cNvCxnSpPr>
          <p:nvPr/>
        </p:nvCxnSpPr>
        <p:spPr>
          <a:xfrm>
            <a:off x="1379540" y="3035159"/>
            <a:ext cx="219564" cy="15797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78DE024-3971-1950-F9CF-2BB3312B9F00}"/>
              </a:ext>
            </a:extLst>
          </p:cNvPr>
          <p:cNvSpPr txBox="1"/>
          <p:nvPr/>
        </p:nvSpPr>
        <p:spPr>
          <a:xfrm>
            <a:off x="782350" y="2687781"/>
            <a:ext cx="841897" cy="400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Chunk</a:t>
            </a:r>
            <a:endParaRPr kumimoji="1" lang="ja-JP" altLang="en-US" sz="20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BF271ED-424D-CBBE-CE1C-D9026F15222D}"/>
              </a:ext>
            </a:extLst>
          </p:cNvPr>
          <p:cNvSpPr txBox="1"/>
          <p:nvPr/>
        </p:nvSpPr>
        <p:spPr>
          <a:xfrm>
            <a:off x="1609125" y="2153557"/>
            <a:ext cx="1420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/>
              <a:t>Source </a:t>
            </a:r>
            <a:r>
              <a:rPr lang="en-US" altLang="ja-JP" sz="2000" dirty="0"/>
              <a:t>Files</a:t>
            </a:r>
            <a:endParaRPr kumimoji="1" lang="ja-JP" altLang="en-US" sz="200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D5CB6CB-79AD-D077-B52A-FC80ED20380E}"/>
              </a:ext>
            </a:extLst>
          </p:cNvPr>
          <p:cNvSpPr txBox="1"/>
          <p:nvPr/>
        </p:nvSpPr>
        <p:spPr>
          <a:xfrm>
            <a:off x="8615803" y="2153557"/>
            <a:ext cx="1909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/>
              <a:t>Destination </a:t>
            </a:r>
            <a:r>
              <a:rPr lang="en-US" altLang="ja-JP" sz="2000" dirty="0"/>
              <a:t>Files</a:t>
            </a:r>
            <a:endParaRPr kumimoji="1" lang="ja-JP" altLang="en-US" sz="200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4C95566-DC0D-8937-9B6D-5048B0722A4D}"/>
              </a:ext>
            </a:extLst>
          </p:cNvPr>
          <p:cNvSpPr/>
          <p:nvPr/>
        </p:nvSpPr>
        <p:spPr>
          <a:xfrm>
            <a:off x="8899914" y="2566280"/>
            <a:ext cx="1344546" cy="44709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FC5A958-73EC-7E44-C7A0-D6B8257D5C27}"/>
              </a:ext>
            </a:extLst>
          </p:cNvPr>
          <p:cNvSpPr/>
          <p:nvPr/>
        </p:nvSpPr>
        <p:spPr>
          <a:xfrm>
            <a:off x="8899912" y="2932738"/>
            <a:ext cx="644703" cy="52545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3402E2A-2741-DB4B-94C6-27A770125EDD}"/>
              </a:ext>
            </a:extLst>
          </p:cNvPr>
          <p:cNvSpPr/>
          <p:nvPr/>
        </p:nvSpPr>
        <p:spPr>
          <a:xfrm>
            <a:off x="8896196" y="2561964"/>
            <a:ext cx="1348264" cy="134826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dirty="0">
              <a:solidFill>
                <a:sysClr val="windowText" lastClr="000000"/>
              </a:solidFill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8C58816-7873-AC8D-2D3F-ACE20D6BCF8C}"/>
              </a:ext>
            </a:extLst>
          </p:cNvPr>
          <p:cNvGrpSpPr/>
          <p:nvPr/>
        </p:nvGrpSpPr>
        <p:grpSpPr>
          <a:xfrm rot="5400000">
            <a:off x="9358179" y="2561964"/>
            <a:ext cx="424297" cy="1348264"/>
            <a:chOff x="3845304" y="3657599"/>
            <a:chExt cx="318781" cy="1012971"/>
          </a:xfrm>
        </p:grpSpPr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FAF41765-2821-DDAE-FDDD-15C1CBC7759E}"/>
                </a:ext>
              </a:extLst>
            </p:cNvPr>
            <p:cNvCxnSpPr>
              <a:cxnSpLocks/>
            </p:cNvCxnSpPr>
            <p:nvPr/>
          </p:nvCxnSpPr>
          <p:spPr>
            <a:xfrm>
              <a:off x="3845304" y="3657599"/>
              <a:ext cx="0" cy="101297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F2188174-4C81-83B0-9B20-9DAD9FA6A766}"/>
                </a:ext>
              </a:extLst>
            </p:cNvPr>
            <p:cNvCxnSpPr>
              <a:cxnSpLocks/>
            </p:cNvCxnSpPr>
            <p:nvPr/>
          </p:nvCxnSpPr>
          <p:spPr>
            <a:xfrm>
              <a:off x="4164085" y="3657599"/>
              <a:ext cx="0" cy="101297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2340282-88C2-F302-0454-B14D781EE073}"/>
              </a:ext>
            </a:extLst>
          </p:cNvPr>
          <p:cNvSpPr/>
          <p:nvPr/>
        </p:nvSpPr>
        <p:spPr>
          <a:xfrm>
            <a:off x="2057176" y="4081554"/>
            <a:ext cx="936084" cy="9360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A3B40081-22C2-F776-313B-DADF0909E4F8}"/>
              </a:ext>
            </a:extLst>
          </p:cNvPr>
          <p:cNvCxnSpPr>
            <a:cxnSpLocks/>
            <a:stCxn id="23" idx="3"/>
            <a:endCxn id="23" idx="1"/>
          </p:cNvCxnSpPr>
          <p:nvPr/>
        </p:nvCxnSpPr>
        <p:spPr>
          <a:xfrm flipH="1">
            <a:off x="2057176" y="4549596"/>
            <a:ext cx="936084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円柱 24">
            <a:extLst>
              <a:ext uri="{FF2B5EF4-FFF2-40B4-BE49-F238E27FC236}">
                <a16:creationId xmlns:a16="http://schemas.microsoft.com/office/drawing/2014/main" id="{54D88BE9-AC31-947D-726B-F1EBEF6524D1}"/>
              </a:ext>
            </a:extLst>
          </p:cNvPr>
          <p:cNvSpPr/>
          <p:nvPr/>
        </p:nvSpPr>
        <p:spPr>
          <a:xfrm rot="5400000">
            <a:off x="5359888" y="2953698"/>
            <a:ext cx="257981" cy="1496450"/>
          </a:xfrm>
          <a:prstGeom prst="can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873CA888-8470-94D9-C47C-41BEC10A71CB}"/>
              </a:ext>
            </a:extLst>
          </p:cNvPr>
          <p:cNvCxnSpPr>
            <a:cxnSpLocks/>
          </p:cNvCxnSpPr>
          <p:nvPr/>
        </p:nvCxnSpPr>
        <p:spPr>
          <a:xfrm>
            <a:off x="3150686" y="3701922"/>
            <a:ext cx="56107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8122662E-08FA-020C-7970-FC3537DAB34C}"/>
              </a:ext>
            </a:extLst>
          </p:cNvPr>
          <p:cNvSpPr/>
          <p:nvPr/>
        </p:nvSpPr>
        <p:spPr>
          <a:xfrm>
            <a:off x="6525145" y="3526969"/>
            <a:ext cx="841664" cy="34990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ysClr val="windowText" lastClr="000000"/>
                </a:solidFill>
                <a:latin typeface="Monaco" pitchFamily="2" charset="0"/>
              </a:rPr>
              <a:t>sshd</a:t>
            </a:r>
            <a:endParaRPr kumimoji="1" lang="ja-JP" altLang="en-US" dirty="0">
              <a:solidFill>
                <a:sysClr val="windowText" lastClr="000000"/>
              </a:solidFill>
              <a:latin typeface="Monaco" pitchFamily="2" charset="0"/>
            </a:endParaRPr>
          </a:p>
        </p:txBody>
      </p:sp>
      <p:sp>
        <p:nvSpPr>
          <p:cNvPr id="28" name="円柱 27">
            <a:extLst>
              <a:ext uri="{FF2B5EF4-FFF2-40B4-BE49-F238E27FC236}">
                <a16:creationId xmlns:a16="http://schemas.microsoft.com/office/drawing/2014/main" id="{E961B24D-373D-E386-6E5A-34CE8738EF25}"/>
              </a:ext>
            </a:extLst>
          </p:cNvPr>
          <p:cNvSpPr/>
          <p:nvPr/>
        </p:nvSpPr>
        <p:spPr>
          <a:xfrm rot="5400000">
            <a:off x="5359888" y="3574912"/>
            <a:ext cx="257981" cy="1496450"/>
          </a:xfrm>
          <a:prstGeom prst="can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9FD4C391-4369-C1AD-FCA0-DFC6A9B5A2D3}"/>
              </a:ext>
            </a:extLst>
          </p:cNvPr>
          <p:cNvCxnSpPr>
            <a:cxnSpLocks/>
          </p:cNvCxnSpPr>
          <p:nvPr/>
        </p:nvCxnSpPr>
        <p:spPr>
          <a:xfrm>
            <a:off x="3150686" y="4323136"/>
            <a:ext cx="56107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64A0ACB5-1850-6F22-0CC5-105B3FC35068}"/>
              </a:ext>
            </a:extLst>
          </p:cNvPr>
          <p:cNvSpPr/>
          <p:nvPr/>
        </p:nvSpPr>
        <p:spPr>
          <a:xfrm>
            <a:off x="6525145" y="4148183"/>
            <a:ext cx="841664" cy="34990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ysClr val="windowText" lastClr="000000"/>
                </a:solidFill>
                <a:latin typeface="Monaco" pitchFamily="2" charset="0"/>
              </a:rPr>
              <a:t>sshd</a:t>
            </a:r>
            <a:endParaRPr kumimoji="1" lang="ja-JP" altLang="en-US" dirty="0">
              <a:solidFill>
                <a:sysClr val="windowText" lastClr="000000"/>
              </a:solidFill>
              <a:latin typeface="Monaco" pitchFamily="2" charset="0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803A01C-A27C-7702-A358-1ACCC78A2A8D}"/>
              </a:ext>
            </a:extLst>
          </p:cNvPr>
          <p:cNvSpPr/>
          <p:nvPr/>
        </p:nvSpPr>
        <p:spPr>
          <a:xfrm>
            <a:off x="8896195" y="4081554"/>
            <a:ext cx="936084" cy="93608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B6748249-0261-A1F5-1198-3CE8B5155195}"/>
              </a:ext>
            </a:extLst>
          </p:cNvPr>
          <p:cNvCxnSpPr>
            <a:cxnSpLocks/>
            <a:stCxn id="31" idx="3"/>
            <a:endCxn id="31" idx="1"/>
          </p:cNvCxnSpPr>
          <p:nvPr/>
        </p:nvCxnSpPr>
        <p:spPr>
          <a:xfrm flipH="1">
            <a:off x="8896195" y="4549596"/>
            <a:ext cx="936084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175BA751-884A-A3AC-2B09-EBB3B850CAA7}"/>
              </a:ext>
            </a:extLst>
          </p:cNvPr>
          <p:cNvSpPr/>
          <p:nvPr/>
        </p:nvSpPr>
        <p:spPr>
          <a:xfrm>
            <a:off x="3548250" y="4172832"/>
            <a:ext cx="695591" cy="30060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  <a:latin typeface="Monaco" pitchFamily="2" charset="0"/>
              </a:rPr>
              <a:t>thread</a:t>
            </a:r>
            <a:endParaRPr kumimoji="1" lang="ja-JP" altLang="en-US" sz="1400" dirty="0">
              <a:solidFill>
                <a:sysClr val="windowText" lastClr="000000"/>
              </a:solidFill>
              <a:latin typeface="Monaco" pitchFamily="2" charset="0"/>
            </a:endParaRPr>
          </a:p>
        </p:txBody>
      </p:sp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C4E1988D-0D8F-3783-E81B-E402A2DB28B9}"/>
              </a:ext>
            </a:extLst>
          </p:cNvPr>
          <p:cNvSpPr/>
          <p:nvPr/>
        </p:nvSpPr>
        <p:spPr>
          <a:xfrm>
            <a:off x="3548250" y="3545450"/>
            <a:ext cx="695591" cy="30060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  <a:latin typeface="Monaco" pitchFamily="2" charset="0"/>
              </a:rPr>
              <a:t>thread</a:t>
            </a:r>
            <a:endParaRPr kumimoji="1" lang="ja-JP" altLang="en-US" sz="1400" dirty="0">
              <a:solidFill>
                <a:sysClr val="windowText" lastClr="000000"/>
              </a:solidFill>
              <a:latin typeface="Monaco" pitchFamily="2" charset="0"/>
            </a:endParaRP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BE00AE3A-E46D-349B-AA9F-341BA306C25D}"/>
              </a:ext>
            </a:extLst>
          </p:cNvPr>
          <p:cNvSpPr/>
          <p:nvPr/>
        </p:nvSpPr>
        <p:spPr>
          <a:xfrm>
            <a:off x="3548250" y="3076906"/>
            <a:ext cx="695591" cy="30060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  <a:latin typeface="Monaco" pitchFamily="2" charset="0"/>
              </a:rPr>
              <a:t>thread</a:t>
            </a:r>
            <a:endParaRPr kumimoji="1" lang="ja-JP" altLang="en-US" sz="1400" dirty="0">
              <a:solidFill>
                <a:sysClr val="windowText" lastClr="000000"/>
              </a:solidFill>
              <a:latin typeface="Monaco" pitchFamily="2" charset="0"/>
            </a:endParaRPr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4FB0FA02-2BA5-718E-0ED1-1B862DF36668}"/>
              </a:ext>
            </a:extLst>
          </p:cNvPr>
          <p:cNvSpPr/>
          <p:nvPr/>
        </p:nvSpPr>
        <p:spPr>
          <a:xfrm>
            <a:off x="7557718" y="3049891"/>
            <a:ext cx="841664" cy="34990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ysClr val="windowText" lastClr="000000"/>
                </a:solidFill>
                <a:latin typeface="Monaco" pitchFamily="2" charset="0"/>
              </a:rPr>
              <a:t>sftp</a:t>
            </a:r>
            <a:endParaRPr kumimoji="1" lang="ja-JP" altLang="en-US" dirty="0">
              <a:solidFill>
                <a:sysClr val="windowText" lastClr="000000"/>
              </a:solidFill>
              <a:latin typeface="Monaco" pitchFamily="2" charset="0"/>
            </a:endParaRPr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D1C4FD97-CC28-1D90-0032-784FDE8722A2}"/>
              </a:ext>
            </a:extLst>
          </p:cNvPr>
          <p:cNvSpPr/>
          <p:nvPr/>
        </p:nvSpPr>
        <p:spPr>
          <a:xfrm>
            <a:off x="7557718" y="3526969"/>
            <a:ext cx="841664" cy="34990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ysClr val="windowText" lastClr="000000"/>
                </a:solidFill>
                <a:latin typeface="Monaco" pitchFamily="2" charset="0"/>
              </a:rPr>
              <a:t>sftp</a:t>
            </a:r>
            <a:endParaRPr kumimoji="1" lang="ja-JP" altLang="en-US" dirty="0">
              <a:solidFill>
                <a:sysClr val="windowText" lastClr="000000"/>
              </a:solidFill>
              <a:latin typeface="Monaco" pitchFamily="2" charset="0"/>
            </a:endParaRPr>
          </a:p>
        </p:txBody>
      </p:sp>
      <p:sp>
        <p:nvSpPr>
          <p:cNvPr id="38" name="角丸四角形 37">
            <a:extLst>
              <a:ext uri="{FF2B5EF4-FFF2-40B4-BE49-F238E27FC236}">
                <a16:creationId xmlns:a16="http://schemas.microsoft.com/office/drawing/2014/main" id="{AD5C7A93-D1D3-DFC5-89D8-BCA3CAEF55CD}"/>
              </a:ext>
            </a:extLst>
          </p:cNvPr>
          <p:cNvSpPr/>
          <p:nvPr/>
        </p:nvSpPr>
        <p:spPr>
          <a:xfrm>
            <a:off x="7557718" y="4148183"/>
            <a:ext cx="841664" cy="34990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Monaco" pitchFamily="2" charset="0"/>
              </a:rPr>
              <a:t>sftp</a:t>
            </a:r>
            <a:endParaRPr kumimoji="1" lang="ja-JP" altLang="en-US" dirty="0">
              <a:solidFill>
                <a:sysClr val="windowText" lastClr="000000"/>
              </a:solidFill>
              <a:latin typeface="Monac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56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71497B5-35AE-35DE-E3D9-164659402037}"/>
              </a:ext>
            </a:extLst>
          </p:cNvPr>
          <p:cNvSpPr/>
          <p:nvPr/>
        </p:nvSpPr>
        <p:spPr>
          <a:xfrm>
            <a:off x="5217880" y="2011660"/>
            <a:ext cx="1756239" cy="30422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Host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8D0C790-226E-167B-9D04-C1C04A8745D0}"/>
              </a:ext>
            </a:extLst>
          </p:cNvPr>
          <p:cNvSpPr/>
          <p:nvPr/>
        </p:nvSpPr>
        <p:spPr>
          <a:xfrm>
            <a:off x="2824875" y="2011660"/>
            <a:ext cx="1756239" cy="304220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Container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C5D624D-44DE-9D15-0DFC-C945E4BF19CE}"/>
              </a:ext>
            </a:extLst>
          </p:cNvPr>
          <p:cNvSpPr/>
          <p:nvPr/>
        </p:nvSpPr>
        <p:spPr>
          <a:xfrm>
            <a:off x="5395646" y="3469842"/>
            <a:ext cx="1400706" cy="118071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4F24D0-F01A-28FD-A0DA-D4AF92CE0CE6}"/>
              </a:ext>
            </a:extLst>
          </p:cNvPr>
          <p:cNvSpPr/>
          <p:nvPr/>
        </p:nvSpPr>
        <p:spPr>
          <a:xfrm>
            <a:off x="3002642" y="3469842"/>
            <a:ext cx="1400706" cy="118071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BF3A44E-8315-CC5D-5B61-7A5BCBB5D1B3}"/>
              </a:ext>
            </a:extLst>
          </p:cNvPr>
          <p:cNvSpPr/>
          <p:nvPr/>
        </p:nvSpPr>
        <p:spPr>
          <a:xfrm>
            <a:off x="3002642" y="2445628"/>
            <a:ext cx="1400706" cy="393573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Application</a:t>
            </a:r>
          </a:p>
        </p:txBody>
      </p:sp>
      <p:cxnSp>
        <p:nvCxnSpPr>
          <p:cNvPr id="7" name="直線矢印コネクタ 19">
            <a:extLst>
              <a:ext uri="{FF2B5EF4-FFF2-40B4-BE49-F238E27FC236}">
                <a16:creationId xmlns:a16="http://schemas.microsoft.com/office/drawing/2014/main" id="{8369BCD8-3A55-9960-451F-761367F4DEED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4403348" y="3159386"/>
            <a:ext cx="992298" cy="0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602F6F0-7B5A-585B-458C-481034681E38}"/>
              </a:ext>
            </a:extLst>
          </p:cNvPr>
          <p:cNvGrpSpPr/>
          <p:nvPr/>
        </p:nvGrpSpPr>
        <p:grpSpPr>
          <a:xfrm>
            <a:off x="3176810" y="3626383"/>
            <a:ext cx="1052371" cy="887092"/>
            <a:chOff x="6955238" y="3445629"/>
            <a:chExt cx="1052371" cy="887092"/>
          </a:xfrm>
          <a:effectLst/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CB2A584-B0BC-066A-447A-53F20AED9990}"/>
                </a:ext>
              </a:extLst>
            </p:cNvPr>
            <p:cNvSpPr/>
            <p:nvPr/>
          </p:nvSpPr>
          <p:spPr>
            <a:xfrm>
              <a:off x="6955238" y="3445629"/>
              <a:ext cx="1052371" cy="2956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TCP/UDP</a:t>
              </a: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6572DBBA-C9D5-4543-54C4-96E7363E822C}"/>
                </a:ext>
              </a:extLst>
            </p:cNvPr>
            <p:cNvSpPr/>
            <p:nvPr/>
          </p:nvSpPr>
          <p:spPr>
            <a:xfrm>
              <a:off x="6955238" y="3741326"/>
              <a:ext cx="1052371" cy="2956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IP</a:t>
              </a: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6E7D6014-5044-DACC-6B0E-024B943185B6}"/>
                </a:ext>
              </a:extLst>
            </p:cNvPr>
            <p:cNvSpPr/>
            <p:nvPr/>
          </p:nvSpPr>
          <p:spPr>
            <a:xfrm>
              <a:off x="6955238" y="4037024"/>
              <a:ext cx="1052371" cy="2956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Ethernet</a:t>
              </a:r>
            </a:p>
          </p:txBody>
        </p:sp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EA96D9F-00E0-94BB-C405-5D5DA1E70253}"/>
              </a:ext>
            </a:extLst>
          </p:cNvPr>
          <p:cNvSpPr/>
          <p:nvPr/>
        </p:nvSpPr>
        <p:spPr>
          <a:xfrm>
            <a:off x="3002642" y="4857075"/>
            <a:ext cx="1400706" cy="393573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Virtual NIC</a:t>
            </a:r>
          </a:p>
        </p:txBody>
      </p:sp>
      <p:cxnSp>
        <p:nvCxnSpPr>
          <p:cNvPr id="13" name="直線矢印コネクタ 19">
            <a:extLst>
              <a:ext uri="{FF2B5EF4-FFF2-40B4-BE49-F238E27FC236}">
                <a16:creationId xmlns:a16="http://schemas.microsoft.com/office/drawing/2014/main" id="{D604A13A-E49E-1F5F-5B6A-24F388FE30A9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3702995" y="4513475"/>
            <a:ext cx="1" cy="34360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9">
            <a:extLst>
              <a:ext uri="{FF2B5EF4-FFF2-40B4-BE49-F238E27FC236}">
                <a16:creationId xmlns:a16="http://schemas.microsoft.com/office/drawing/2014/main" id="{AE3CEC39-CD97-7281-CB6C-AE8B67502D55}"/>
              </a:ext>
            </a:extLst>
          </p:cNvPr>
          <p:cNvCxnSpPr>
            <a:cxnSpLocks/>
            <a:stCxn id="30" idx="2"/>
            <a:endCxn id="9" idx="0"/>
          </p:cNvCxnSpPr>
          <p:nvPr/>
        </p:nvCxnSpPr>
        <p:spPr>
          <a:xfrm>
            <a:off x="3702995" y="3290088"/>
            <a:ext cx="1" cy="336295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9">
            <a:extLst>
              <a:ext uri="{FF2B5EF4-FFF2-40B4-BE49-F238E27FC236}">
                <a16:creationId xmlns:a16="http://schemas.microsoft.com/office/drawing/2014/main" id="{14704845-281A-F557-F06C-B5899E58266B}"/>
              </a:ext>
            </a:extLst>
          </p:cNvPr>
          <p:cNvCxnSpPr>
            <a:cxnSpLocks/>
            <a:stCxn id="12" idx="2"/>
            <a:endCxn id="22" idx="1"/>
          </p:cNvCxnSpPr>
          <p:nvPr/>
        </p:nvCxnSpPr>
        <p:spPr>
          <a:xfrm rot="5400000" flipH="1" flipV="1">
            <a:off x="4046044" y="3726879"/>
            <a:ext cx="1180719" cy="1866819"/>
          </a:xfrm>
          <a:prstGeom prst="bentConnector4">
            <a:avLst>
              <a:gd name="adj1" fmla="val -14418"/>
              <a:gd name="adj2" fmla="val 65110"/>
            </a:avLst>
          </a:prstGeom>
          <a:ln w="15875"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61FEBF3-C798-C93B-D593-CFFFBEA4CB73}"/>
              </a:ext>
            </a:extLst>
          </p:cNvPr>
          <p:cNvSpPr txBox="1"/>
          <p:nvPr/>
        </p:nvSpPr>
        <p:spPr>
          <a:xfrm>
            <a:off x="3452297" y="1450415"/>
            <a:ext cx="3024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Data path of </a:t>
            </a:r>
            <a:r>
              <a:rPr lang="en-US" altLang="ja-JP" sz="1200" dirty="0"/>
              <a:t>default container </a:t>
            </a:r>
            <a:r>
              <a:rPr kumimoji="1" lang="en-US" altLang="ja-JP" sz="1200" dirty="0"/>
              <a:t>networking</a:t>
            </a:r>
            <a:endParaRPr kumimoji="1" lang="ja-JP" altLang="en-US" sz="1200" dirty="0"/>
          </a:p>
        </p:txBody>
      </p:sp>
      <p:cxnSp>
        <p:nvCxnSpPr>
          <p:cNvPr id="17" name="直線矢印コネクタ 19">
            <a:extLst>
              <a:ext uri="{FF2B5EF4-FFF2-40B4-BE49-F238E27FC236}">
                <a16:creationId xmlns:a16="http://schemas.microsoft.com/office/drawing/2014/main" id="{BD19419D-8F74-37DC-6961-05156CADEE77}"/>
              </a:ext>
            </a:extLst>
          </p:cNvPr>
          <p:cNvCxnSpPr>
            <a:cxnSpLocks/>
          </p:cNvCxnSpPr>
          <p:nvPr/>
        </p:nvCxnSpPr>
        <p:spPr>
          <a:xfrm flipH="1">
            <a:off x="2988457" y="1814173"/>
            <a:ext cx="437415" cy="0"/>
          </a:xfrm>
          <a:prstGeom prst="straightConnector1">
            <a:avLst/>
          </a:prstGeom>
          <a:ln w="158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C82EAD8-5670-3F76-8636-E8529BAF513F}"/>
              </a:ext>
            </a:extLst>
          </p:cNvPr>
          <p:cNvSpPr txBox="1"/>
          <p:nvPr/>
        </p:nvSpPr>
        <p:spPr>
          <a:xfrm>
            <a:off x="3452297" y="1702887"/>
            <a:ext cx="20946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Data path of </a:t>
            </a:r>
            <a:r>
              <a:rPr lang="en-US" altLang="ja-JP" sz="1200" dirty="0"/>
              <a:t>socket-grafting</a:t>
            </a:r>
            <a:endParaRPr kumimoji="1" lang="en-US" altLang="ja-JP" sz="1200" dirty="0"/>
          </a:p>
        </p:txBody>
      </p:sp>
      <p:cxnSp>
        <p:nvCxnSpPr>
          <p:cNvPr id="19" name="直線矢印コネクタ 19">
            <a:extLst>
              <a:ext uri="{FF2B5EF4-FFF2-40B4-BE49-F238E27FC236}">
                <a16:creationId xmlns:a16="http://schemas.microsoft.com/office/drawing/2014/main" id="{A458949F-DCA3-0CF5-37CD-4BFA07349EB1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095999" y="3290088"/>
            <a:ext cx="0" cy="336295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AE182F3-0563-A494-44E5-9F4F65176EBC}"/>
              </a:ext>
            </a:extLst>
          </p:cNvPr>
          <p:cNvGrpSpPr/>
          <p:nvPr/>
        </p:nvGrpSpPr>
        <p:grpSpPr>
          <a:xfrm>
            <a:off x="5569814" y="3626383"/>
            <a:ext cx="1052371" cy="887092"/>
            <a:chOff x="9348242" y="3445629"/>
            <a:chExt cx="1052371" cy="887092"/>
          </a:xfrm>
          <a:effectLst/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8A53A73B-080F-EF7B-4E34-B9F027465FE2}"/>
                </a:ext>
              </a:extLst>
            </p:cNvPr>
            <p:cNvSpPr/>
            <p:nvPr/>
          </p:nvSpPr>
          <p:spPr>
            <a:xfrm>
              <a:off x="9348242" y="3445629"/>
              <a:ext cx="1052371" cy="2956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TCP/UDP</a:t>
              </a: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EC50144-D495-DCAC-6AC6-4FE948E9ABCD}"/>
                </a:ext>
              </a:extLst>
            </p:cNvPr>
            <p:cNvSpPr/>
            <p:nvPr/>
          </p:nvSpPr>
          <p:spPr>
            <a:xfrm>
              <a:off x="9348242" y="3741326"/>
              <a:ext cx="1052371" cy="2956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IP</a:t>
              </a: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8E117F05-0F3A-1540-57D8-ECA5787FA057}"/>
                </a:ext>
              </a:extLst>
            </p:cNvPr>
            <p:cNvSpPr/>
            <p:nvPr/>
          </p:nvSpPr>
          <p:spPr>
            <a:xfrm>
              <a:off x="9348242" y="4037024"/>
              <a:ext cx="1052371" cy="2956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Ethernet</a:t>
              </a:r>
            </a:p>
          </p:txBody>
        </p:sp>
      </p:grp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D1447A7-02C9-5922-FD3D-76A4D352EFA0}"/>
              </a:ext>
            </a:extLst>
          </p:cNvPr>
          <p:cNvSpPr/>
          <p:nvPr/>
        </p:nvSpPr>
        <p:spPr>
          <a:xfrm>
            <a:off x="5395646" y="4857075"/>
            <a:ext cx="1400706" cy="393573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Physical NIC</a:t>
            </a:r>
          </a:p>
        </p:txBody>
      </p:sp>
      <p:cxnSp>
        <p:nvCxnSpPr>
          <p:cNvPr id="25" name="直線矢印コネクタ 19">
            <a:extLst>
              <a:ext uri="{FF2B5EF4-FFF2-40B4-BE49-F238E27FC236}">
                <a16:creationId xmlns:a16="http://schemas.microsoft.com/office/drawing/2014/main" id="{42420A63-1B20-0131-EDEA-FFC2AB62492D}"/>
              </a:ext>
            </a:extLst>
          </p:cNvPr>
          <p:cNvCxnSpPr>
            <a:cxnSpLocks/>
          </p:cNvCxnSpPr>
          <p:nvPr/>
        </p:nvCxnSpPr>
        <p:spPr>
          <a:xfrm flipH="1">
            <a:off x="3002642" y="1559731"/>
            <a:ext cx="449655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19">
            <a:extLst>
              <a:ext uri="{FF2B5EF4-FFF2-40B4-BE49-F238E27FC236}">
                <a16:creationId xmlns:a16="http://schemas.microsoft.com/office/drawing/2014/main" id="{E5201556-18A9-A4AA-7A68-51F4D01B9BA6}"/>
              </a:ext>
            </a:extLst>
          </p:cNvPr>
          <p:cNvCxnSpPr>
            <a:cxnSpLocks/>
          </p:cNvCxnSpPr>
          <p:nvPr/>
        </p:nvCxnSpPr>
        <p:spPr>
          <a:xfrm>
            <a:off x="3586263" y="2839201"/>
            <a:ext cx="0" cy="189482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19">
            <a:extLst>
              <a:ext uri="{FF2B5EF4-FFF2-40B4-BE49-F238E27FC236}">
                <a16:creationId xmlns:a16="http://schemas.microsoft.com/office/drawing/2014/main" id="{2D0EED03-9983-08C4-E72C-EE9C081845B4}"/>
              </a:ext>
            </a:extLst>
          </p:cNvPr>
          <p:cNvCxnSpPr>
            <a:cxnSpLocks/>
          </p:cNvCxnSpPr>
          <p:nvPr/>
        </p:nvCxnSpPr>
        <p:spPr>
          <a:xfrm>
            <a:off x="3819725" y="2839201"/>
            <a:ext cx="0" cy="189482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19">
            <a:extLst>
              <a:ext uri="{FF2B5EF4-FFF2-40B4-BE49-F238E27FC236}">
                <a16:creationId xmlns:a16="http://schemas.microsoft.com/office/drawing/2014/main" id="{B7163131-6452-B49B-CB74-BE69ACC2F12B}"/>
              </a:ext>
            </a:extLst>
          </p:cNvPr>
          <p:cNvCxnSpPr>
            <a:cxnSpLocks/>
          </p:cNvCxnSpPr>
          <p:nvPr/>
        </p:nvCxnSpPr>
        <p:spPr>
          <a:xfrm flipH="1">
            <a:off x="5981726" y="4513474"/>
            <a:ext cx="1" cy="34360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19">
            <a:extLst>
              <a:ext uri="{FF2B5EF4-FFF2-40B4-BE49-F238E27FC236}">
                <a16:creationId xmlns:a16="http://schemas.microsoft.com/office/drawing/2014/main" id="{BA6003EF-98BE-8FD9-03E4-781F173EFDD7}"/>
              </a:ext>
            </a:extLst>
          </p:cNvPr>
          <p:cNvCxnSpPr>
            <a:cxnSpLocks/>
          </p:cNvCxnSpPr>
          <p:nvPr/>
        </p:nvCxnSpPr>
        <p:spPr>
          <a:xfrm flipH="1">
            <a:off x="6210267" y="4513474"/>
            <a:ext cx="1" cy="343600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A4F37E03-F2E2-E456-8B04-8B0FB0F92186}"/>
              </a:ext>
            </a:extLst>
          </p:cNvPr>
          <p:cNvSpPr/>
          <p:nvPr/>
        </p:nvSpPr>
        <p:spPr>
          <a:xfrm>
            <a:off x="3002642" y="3028683"/>
            <a:ext cx="1400706" cy="261405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socket layer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C212B34B-6CBB-747C-A970-38CF3E88EEDC}"/>
              </a:ext>
            </a:extLst>
          </p:cNvPr>
          <p:cNvSpPr/>
          <p:nvPr/>
        </p:nvSpPr>
        <p:spPr>
          <a:xfrm>
            <a:off x="5395646" y="3028683"/>
            <a:ext cx="1400706" cy="261405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socket layer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073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st">
      <a:majorFont>
        <a:latin typeface="Segoe UI"/>
        <a:ea typeface="Meiryo"/>
        <a:cs typeface=""/>
      </a:majorFont>
      <a:minorFont>
        <a:latin typeface="Segoe UI"/>
        <a:ea typeface="Meiry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128</Words>
  <Application>Microsoft Macintosh PowerPoint</Application>
  <PresentationFormat>ワイド画面</PresentationFormat>
  <Paragraphs>81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Arial</vt:lpstr>
      <vt:lpstr>Monaco</vt:lpstr>
      <vt:lpstr>Segoe UI</vt:lpstr>
      <vt:lpstr>Office テーマ</vt:lpstr>
      <vt:lpstr>figures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upa upa</dc:creator>
  <cp:lastModifiedBy>upa upa</cp:lastModifiedBy>
  <cp:revision>3</cp:revision>
  <dcterms:created xsi:type="dcterms:W3CDTF">2026-10-25T05:10:16Z</dcterms:created>
  <dcterms:modified xsi:type="dcterms:W3CDTF">2026-10-25T05:51:58Z</dcterms:modified>
</cp:coreProperties>
</file>